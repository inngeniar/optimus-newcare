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0" r:id="rId2"/>
  </p:sldMasterIdLst>
  <p:notesMasterIdLst>
    <p:notesMasterId r:id="rId7"/>
  </p:notesMasterIdLst>
  <p:sldIdLst>
    <p:sldId id="633" r:id="rId3"/>
    <p:sldId id="544" r:id="rId4"/>
    <p:sldId id="516" r:id="rId5"/>
    <p:sldId id="537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17D20-BF88-4078-B6F7-868B33CB49A8}" type="datetimeFigureOut">
              <a:rPr lang="es-CO" smtClean="0"/>
              <a:t>10/07/2026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BE4F5-EEDD-47B7-85BF-D8F2ADDBD23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11093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7F3033-5AF1-485A-ABBC-0640F6C39403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88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7F3033-5AF1-485A-ABBC-0640F6C39403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4432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to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19"/>
          <p:cNvSpPr>
            <a:spLocks noChangeArrowheads="1"/>
          </p:cNvSpPr>
          <p:nvPr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9" tIns="35719" rIns="35719" bIns="35719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  <p:pic>
        <p:nvPicPr>
          <p:cNvPr id="6" name="pasted-imag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0" y="6492878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7" name="img_cabecera_grand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-103885"/>
            <a:ext cx="12214226" cy="6372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8" name="Group 225"/>
          <p:cNvGrpSpPr>
            <a:grpSpLocks/>
          </p:cNvGrpSpPr>
          <p:nvPr/>
        </p:nvGrpSpPr>
        <p:grpSpPr bwMode="auto">
          <a:xfrm>
            <a:off x="381003" y="6316666"/>
            <a:ext cx="320675" cy="363537"/>
            <a:chOff x="0" y="0"/>
            <a:chExt cx="642515" cy="726565"/>
          </a:xfrm>
        </p:grpSpPr>
        <p:pic>
          <p:nvPicPr>
            <p:cNvPr id="9" name="pasted-image.pdf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0" name="Shape 224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useo 300 Regular"/>
                  <a:sym typeface="Museo 300 Regular"/>
                </a:rPr>
                <a:t>®</a:t>
              </a:r>
            </a:p>
          </p:txBody>
        </p:sp>
      </p:grpSp>
      <p:sp>
        <p:nvSpPr>
          <p:cNvPr id="13" name="Shape 228"/>
          <p:cNvSpPr/>
          <p:nvPr/>
        </p:nvSpPr>
        <p:spPr>
          <a:xfrm>
            <a:off x="112956" y="269347"/>
            <a:ext cx="2494778" cy="703719"/>
          </a:xfrm>
          <a:prstGeom prst="rect">
            <a:avLst/>
          </a:prstGeom>
          <a:solidFill>
            <a:schemeClr val="bg2">
              <a:lumMod val="40000"/>
              <a:lumOff val="60000"/>
              <a:alpha val="0"/>
            </a:schemeClr>
          </a:solidFill>
          <a:ln w="12700">
            <a:miter lim="400000"/>
          </a:ln>
          <a:extLst>
            <a:ext uri="{C572A759-6A51-4108-AA02-DFA0A04FC94B}"/>
          </a:extLst>
        </p:spPr>
        <p:txBody>
          <a:bodyPr wrap="square" lIns="35719" tIns="35719" rIns="35719" bIns="35719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200" b="1" spc="620">
                <a:latin typeface="Arial"/>
                <a:ea typeface="Arial"/>
                <a:cs typeface="Arial"/>
                <a:sym typeface="Arial"/>
              </a:defRPr>
            </a:pPr>
            <a:r>
              <a:rPr kumimoji="0" sz="1800" b="1" i="0" u="none" strike="noStrike" kern="1200" cap="none" spc="150" normalizeH="0" baseline="0" noProof="0" dirty="0">
                <a:ln>
                  <a:noFill/>
                </a:ln>
                <a:solidFill>
                  <a:srgbClr val="2BB4E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CALIDAD</a:t>
            </a:r>
            <a:r>
              <a:rPr kumimoji="0" sz="1800" b="1" i="0" u="none" strike="noStrike" kern="120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800" b="1" i="0" u="none" strike="noStrike" kern="1200" cap="none" spc="150" normalizeH="0" baseline="0" noProof="0" dirty="0">
                <a:ln>
                  <a:noFill/>
                </a:ln>
                <a:solidFill>
                  <a:srgbClr val="E7652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SOCIAL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200" b="1" spc="620">
                <a:latin typeface="Arial"/>
                <a:ea typeface="Arial"/>
                <a:cs typeface="Arial"/>
                <a:sym typeface="Arial"/>
              </a:defRPr>
            </a:pPr>
            <a:r>
              <a:rPr kumimoji="0" sz="1800" b="1" i="0" u="none" strike="noStrike" kern="1200" cap="none" spc="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</a:t>
            </a:r>
            <a:r>
              <a:rPr kumimoji="0" sz="1800" b="1" i="0" u="none" strike="noStrike" kern="120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800" b="1" i="0" u="none" strike="noStrike" kern="1200" cap="none" spc="150" normalizeH="0" baseline="0" noProof="0" dirty="0">
                <a:ln>
                  <a:noFill/>
                </a:ln>
                <a:solidFill>
                  <a:srgbClr val="00CD9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SANITARIA</a:t>
            </a:r>
          </a:p>
        </p:txBody>
      </p:sp>
      <p:sp>
        <p:nvSpPr>
          <p:cNvPr id="12" name="Shape 226"/>
          <p:cNvSpPr/>
          <p:nvPr userDrawn="1"/>
        </p:nvSpPr>
        <p:spPr>
          <a:xfrm>
            <a:off x="9533549" y="6381799"/>
            <a:ext cx="2280636" cy="357098"/>
          </a:xfrm>
          <a:prstGeom prst="rect">
            <a:avLst/>
          </a:prstGeom>
          <a:ln w="12700">
            <a:miter lim="400000"/>
          </a:ln>
        </p:spPr>
        <p:txBody>
          <a:bodyPr wrap="none" lIns="9182" tIns="9182" rIns="9182" bIns="9182" anchor="ctr">
            <a:spAutoFit/>
          </a:bodyPr>
          <a:lstStyle/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CALIDAD SOCIAL</a:t>
            </a:r>
            <a:r>
              <a:rPr kumimoji="0" sz="1100" b="1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 SANITARIA</a:t>
            </a:r>
          </a:p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© 201</a:t>
            </a:r>
            <a:r>
              <a:rPr kumimoji="0" lang="es-ES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226839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7DCC2-F1C2-45B0-88B8-29D1EC2B9D9E}" type="datetimeFigureOut">
              <a:rPr kumimoji="0" lang="es-E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10/07/2026</a:t>
            </a:fld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9"/>
            <a:ext cx="3860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CE2DA5-A004-4BCA-96F5-2AD8C2113BD6}" type="slidenum">
              <a:rPr kumimoji="0" lang="es-E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19"/>
          <p:cNvSpPr>
            <a:spLocks noChangeArrowheads="1"/>
          </p:cNvSpPr>
          <p:nvPr userDrawn="1"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9182" tIns="9182" rIns="9182" bIns="9182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ct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1286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6" name="Shape 226"/>
          <p:cNvSpPr/>
          <p:nvPr userDrawn="1"/>
        </p:nvSpPr>
        <p:spPr>
          <a:xfrm>
            <a:off x="9533549" y="6381799"/>
            <a:ext cx="2280636" cy="357098"/>
          </a:xfrm>
          <a:prstGeom prst="rect">
            <a:avLst/>
          </a:prstGeom>
          <a:ln w="12700">
            <a:miter lim="400000"/>
          </a:ln>
        </p:spPr>
        <p:txBody>
          <a:bodyPr wrap="none" lIns="9182" tIns="9182" rIns="9182" bIns="9182" anchor="ctr">
            <a:spAutoFit/>
          </a:bodyPr>
          <a:lstStyle/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CALIDAD SOCIAL</a:t>
            </a:r>
            <a:r>
              <a:rPr kumimoji="0" sz="1100" b="1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 SANITARIA</a:t>
            </a:r>
          </a:p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© 201</a:t>
            </a:r>
            <a:r>
              <a:rPr kumimoji="0" lang="es-ES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asted-image.pd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2" y="6492947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8" name="Group 225"/>
          <p:cNvGrpSpPr>
            <a:grpSpLocks/>
          </p:cNvGrpSpPr>
          <p:nvPr userDrawn="1"/>
        </p:nvGrpSpPr>
        <p:grpSpPr bwMode="auto">
          <a:xfrm>
            <a:off x="381001" y="6316735"/>
            <a:ext cx="320675" cy="363537"/>
            <a:chOff x="0" y="0"/>
            <a:chExt cx="642515" cy="726565"/>
          </a:xfrm>
        </p:grpSpPr>
        <p:pic>
          <p:nvPicPr>
            <p:cNvPr id="9" name="pasted-image.pdf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0" name="Shape 224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marL="0" marR="0" lvl="0" indent="0" algn="ctr" defTabSz="7502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05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useo 300 Regular"/>
                  <a:sym typeface="Museo 300 Regular"/>
                </a:rPr>
                <a:t>®</a:t>
              </a:r>
            </a:p>
          </p:txBody>
        </p:sp>
      </p:grpSp>
      <p:cxnSp>
        <p:nvCxnSpPr>
          <p:cNvPr id="11" name="Conector recto 10"/>
          <p:cNvCxnSpPr/>
          <p:nvPr userDrawn="1"/>
        </p:nvCxnSpPr>
        <p:spPr>
          <a:xfrm>
            <a:off x="0" y="6237312"/>
            <a:ext cx="1219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46947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1148608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PORTADA Orange">
    <p:bg>
      <p:bgPr>
        <a:solidFill>
          <a:srgbClr val="F08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9"/>
          <p:cNvSpPr>
            <a:spLocks noChangeArrowheads="1"/>
          </p:cNvSpPr>
          <p:nvPr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9" tIns="35719" rIns="35719" bIns="35719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  <p:pic>
        <p:nvPicPr>
          <p:cNvPr id="3" name="pasted-imag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0" y="6492878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4" name="Group 225"/>
          <p:cNvGrpSpPr>
            <a:grpSpLocks/>
          </p:cNvGrpSpPr>
          <p:nvPr/>
        </p:nvGrpSpPr>
        <p:grpSpPr bwMode="auto">
          <a:xfrm>
            <a:off x="381003" y="6316666"/>
            <a:ext cx="320675" cy="363537"/>
            <a:chOff x="0" y="0"/>
            <a:chExt cx="642515" cy="726565"/>
          </a:xfrm>
        </p:grpSpPr>
        <p:pic>
          <p:nvPicPr>
            <p:cNvPr id="5" name="pasted-image.pdf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6" name="Shape 224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useo 300 Regular"/>
                  <a:sym typeface="Museo 300 Regular"/>
                </a:rPr>
                <a:t>®</a:t>
              </a:r>
            </a:p>
          </p:txBody>
        </p:sp>
      </p:grpSp>
      <p:sp>
        <p:nvSpPr>
          <p:cNvPr id="9" name="Shape 226"/>
          <p:cNvSpPr/>
          <p:nvPr userDrawn="1"/>
        </p:nvSpPr>
        <p:spPr>
          <a:xfrm>
            <a:off x="9533549" y="6381799"/>
            <a:ext cx="2280636" cy="357098"/>
          </a:xfrm>
          <a:prstGeom prst="rect">
            <a:avLst/>
          </a:prstGeom>
          <a:ln w="12700">
            <a:miter lim="400000"/>
          </a:ln>
        </p:spPr>
        <p:txBody>
          <a:bodyPr wrap="none" lIns="9182" tIns="9182" rIns="9182" bIns="9182" anchor="ctr">
            <a:spAutoFit/>
          </a:bodyPr>
          <a:lstStyle/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CALIDAD SOCIAL</a:t>
            </a:r>
            <a:r>
              <a:rPr kumimoji="0" sz="1100" b="1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 SANITARIA</a:t>
            </a:r>
          </a:p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© 201</a:t>
            </a:r>
            <a:r>
              <a:rPr kumimoji="0" lang="es-ES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202865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general">
    <p:bg>
      <p:bgPr>
        <a:solidFill>
          <a:srgbClr val="DCD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o 1"/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219"/>
          <p:cNvSpPr>
            <a:spLocks noChangeArrowheads="1"/>
          </p:cNvSpPr>
          <p:nvPr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9" tIns="35719" rIns="35719" bIns="35719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  <p:pic>
        <p:nvPicPr>
          <p:cNvPr id="4" name="pasted-imag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0" y="6492878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5" name="Group 225"/>
          <p:cNvGrpSpPr>
            <a:grpSpLocks/>
          </p:cNvGrpSpPr>
          <p:nvPr/>
        </p:nvGrpSpPr>
        <p:grpSpPr bwMode="auto">
          <a:xfrm>
            <a:off x="381003" y="6316666"/>
            <a:ext cx="320675" cy="363537"/>
            <a:chOff x="0" y="0"/>
            <a:chExt cx="642515" cy="726565"/>
          </a:xfrm>
        </p:grpSpPr>
        <p:pic>
          <p:nvPicPr>
            <p:cNvPr id="6" name="pasted-image.pdf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7" name="Shape 224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useo 300 Regular"/>
                  <a:sym typeface="Museo 300 Regular"/>
                </a:rPr>
                <a:t>®</a:t>
              </a:r>
            </a:p>
          </p:txBody>
        </p:sp>
      </p:grpSp>
      <p:sp>
        <p:nvSpPr>
          <p:cNvPr id="10" name="Shape 226"/>
          <p:cNvSpPr/>
          <p:nvPr userDrawn="1"/>
        </p:nvSpPr>
        <p:spPr>
          <a:xfrm>
            <a:off x="9533549" y="6381799"/>
            <a:ext cx="2280636" cy="357098"/>
          </a:xfrm>
          <a:prstGeom prst="rect">
            <a:avLst/>
          </a:prstGeom>
          <a:ln w="12700">
            <a:miter lim="400000"/>
          </a:ln>
        </p:spPr>
        <p:txBody>
          <a:bodyPr wrap="none" lIns="9182" tIns="9182" rIns="9182" bIns="9182" anchor="ctr">
            <a:spAutoFit/>
          </a:bodyPr>
          <a:lstStyle/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CALIDAD SOCIAL</a:t>
            </a:r>
            <a:r>
              <a:rPr kumimoji="0" sz="1100" b="1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 SANITARIA</a:t>
            </a:r>
          </a:p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© 201</a:t>
            </a:r>
            <a:r>
              <a:rPr kumimoji="0" lang="es-ES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Marcador de contenido 10"/>
          <p:cNvSpPr>
            <a:spLocks noGrp="1"/>
          </p:cNvSpPr>
          <p:nvPr>
            <p:ph sz="quarter" idx="11"/>
          </p:nvPr>
        </p:nvSpPr>
        <p:spPr>
          <a:xfrm>
            <a:off x="2711450" y="2276475"/>
            <a:ext cx="6121400" cy="1873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185424595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nh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9"/>
          <p:cNvSpPr>
            <a:spLocks noChangeArrowheads="1"/>
          </p:cNvSpPr>
          <p:nvPr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9" tIns="35719" rIns="35719" bIns="35719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  <p:pic>
        <p:nvPicPr>
          <p:cNvPr id="3" name="pasted-imag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0" y="6492878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4" name="Group 225"/>
          <p:cNvGrpSpPr>
            <a:grpSpLocks/>
          </p:cNvGrpSpPr>
          <p:nvPr/>
        </p:nvGrpSpPr>
        <p:grpSpPr bwMode="auto">
          <a:xfrm>
            <a:off x="381003" y="6316666"/>
            <a:ext cx="320675" cy="363537"/>
            <a:chOff x="0" y="0"/>
            <a:chExt cx="642515" cy="726565"/>
          </a:xfrm>
        </p:grpSpPr>
        <p:pic>
          <p:nvPicPr>
            <p:cNvPr id="5" name="pasted-image.pdf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6" name="Shape 224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useo 300 Regular"/>
                  <a:sym typeface="Museo 300 Regular"/>
                </a:rPr>
                <a:t>®</a:t>
              </a:r>
            </a:p>
          </p:txBody>
        </p:sp>
      </p:grpSp>
      <p:sp>
        <p:nvSpPr>
          <p:cNvPr id="9" name="Shape 226"/>
          <p:cNvSpPr/>
          <p:nvPr userDrawn="1"/>
        </p:nvSpPr>
        <p:spPr>
          <a:xfrm>
            <a:off x="9533549" y="6381799"/>
            <a:ext cx="2280636" cy="357098"/>
          </a:xfrm>
          <a:prstGeom prst="rect">
            <a:avLst/>
          </a:prstGeom>
          <a:ln w="12700">
            <a:miter lim="400000"/>
          </a:ln>
        </p:spPr>
        <p:txBody>
          <a:bodyPr wrap="none" lIns="9182" tIns="9182" rIns="9182" bIns="9182" anchor="ctr">
            <a:spAutoFit/>
          </a:bodyPr>
          <a:lstStyle/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CALIDAD SOCIAL</a:t>
            </a:r>
            <a:r>
              <a:rPr kumimoji="0" sz="1100" b="1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 SANITARIA</a:t>
            </a:r>
          </a:p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© 201</a:t>
            </a:r>
            <a:r>
              <a:rPr kumimoji="0" lang="es-ES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1"/>
          </p:nvPr>
        </p:nvSpPr>
        <p:spPr>
          <a:xfrm>
            <a:off x="6301584" y="1196888"/>
            <a:ext cx="4608512" cy="273702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14" name="Marcador de contenido 13"/>
          <p:cNvSpPr>
            <a:spLocks noGrp="1"/>
          </p:cNvSpPr>
          <p:nvPr>
            <p:ph sz="quarter" idx="12"/>
          </p:nvPr>
        </p:nvSpPr>
        <p:spPr>
          <a:xfrm>
            <a:off x="1919536" y="1340768"/>
            <a:ext cx="2232025" cy="2016125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07391521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e nh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9"/>
          <p:cNvSpPr>
            <a:spLocks noChangeArrowheads="1"/>
          </p:cNvSpPr>
          <p:nvPr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9" tIns="35719" rIns="35719" bIns="35719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  <p:pic>
        <p:nvPicPr>
          <p:cNvPr id="3" name="pasted-imag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0" y="6492878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4" name="Group 225"/>
          <p:cNvGrpSpPr>
            <a:grpSpLocks/>
          </p:cNvGrpSpPr>
          <p:nvPr/>
        </p:nvGrpSpPr>
        <p:grpSpPr bwMode="auto">
          <a:xfrm>
            <a:off x="381003" y="6316666"/>
            <a:ext cx="320675" cy="363537"/>
            <a:chOff x="0" y="0"/>
            <a:chExt cx="642515" cy="726565"/>
          </a:xfrm>
        </p:grpSpPr>
        <p:pic>
          <p:nvPicPr>
            <p:cNvPr id="5" name="pasted-image.pdf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6" name="Shape 224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useo 300 Regular"/>
                  <a:sym typeface="Museo 300 Regular"/>
                </a:rPr>
                <a:t>®</a:t>
              </a:r>
            </a:p>
          </p:txBody>
        </p:sp>
      </p:grpSp>
      <p:sp>
        <p:nvSpPr>
          <p:cNvPr id="9" name="Shape 226"/>
          <p:cNvSpPr/>
          <p:nvPr userDrawn="1"/>
        </p:nvSpPr>
        <p:spPr>
          <a:xfrm>
            <a:off x="9533549" y="6381799"/>
            <a:ext cx="2280636" cy="357098"/>
          </a:xfrm>
          <a:prstGeom prst="rect">
            <a:avLst/>
          </a:prstGeom>
          <a:ln w="12700">
            <a:miter lim="400000"/>
          </a:ln>
        </p:spPr>
        <p:txBody>
          <a:bodyPr wrap="none" lIns="9182" tIns="9182" rIns="9182" bIns="9182" anchor="ctr">
            <a:spAutoFit/>
          </a:bodyPr>
          <a:lstStyle/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CALIDAD SOCIAL</a:t>
            </a:r>
            <a:r>
              <a:rPr kumimoji="0" sz="1100" b="1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 SANITARIA</a:t>
            </a:r>
          </a:p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© 201</a:t>
            </a:r>
            <a:r>
              <a:rPr kumimoji="0" lang="es-ES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266497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adro ORANGE">
    <p:bg>
      <p:bgPr>
        <a:solidFill>
          <a:srgbClr val="F08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o 1"/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219"/>
          <p:cNvSpPr>
            <a:spLocks noChangeArrowheads="1"/>
          </p:cNvSpPr>
          <p:nvPr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9" tIns="35719" rIns="35719" bIns="35719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  <p:pic>
        <p:nvPicPr>
          <p:cNvPr id="4" name="pasted-imag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0" y="6492878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5" name="Group 225"/>
          <p:cNvGrpSpPr>
            <a:grpSpLocks/>
          </p:cNvGrpSpPr>
          <p:nvPr/>
        </p:nvGrpSpPr>
        <p:grpSpPr bwMode="auto">
          <a:xfrm>
            <a:off x="381003" y="6316666"/>
            <a:ext cx="320675" cy="363537"/>
            <a:chOff x="0" y="0"/>
            <a:chExt cx="642515" cy="726565"/>
          </a:xfrm>
        </p:grpSpPr>
        <p:pic>
          <p:nvPicPr>
            <p:cNvPr id="6" name="pasted-image.pdf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7" name="Shape 224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useo 300 Regular"/>
                  <a:sym typeface="Museo 300 Regular"/>
                </a:rPr>
                <a:t>®</a:t>
              </a:r>
            </a:p>
          </p:txBody>
        </p:sp>
      </p:grpSp>
      <p:sp>
        <p:nvSpPr>
          <p:cNvPr id="10" name="Shape 226"/>
          <p:cNvSpPr/>
          <p:nvPr userDrawn="1"/>
        </p:nvSpPr>
        <p:spPr>
          <a:xfrm>
            <a:off x="9533549" y="6381799"/>
            <a:ext cx="2280636" cy="357098"/>
          </a:xfrm>
          <a:prstGeom prst="rect">
            <a:avLst/>
          </a:prstGeom>
          <a:ln w="12700">
            <a:miter lim="400000"/>
          </a:ln>
        </p:spPr>
        <p:txBody>
          <a:bodyPr wrap="none" lIns="9182" tIns="9182" rIns="9182" bIns="9182" anchor="ctr">
            <a:spAutoFit/>
          </a:bodyPr>
          <a:lstStyle/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CALIDAD SOCIAL</a:t>
            </a:r>
            <a:r>
              <a:rPr kumimoji="0" sz="1100" b="1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 SANITARIA</a:t>
            </a:r>
          </a:p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© 201</a:t>
            </a:r>
            <a:r>
              <a:rPr kumimoji="0" lang="es-ES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Marcador de contenido 8"/>
          <p:cNvSpPr>
            <a:spLocks noGrp="1"/>
          </p:cNvSpPr>
          <p:nvPr>
            <p:ph sz="quarter" idx="10"/>
          </p:nvPr>
        </p:nvSpPr>
        <p:spPr>
          <a:xfrm>
            <a:off x="3000375" y="2060575"/>
            <a:ext cx="6191250" cy="30241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11477539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 PORTADA Azul">
    <p:bg>
      <p:bgPr>
        <a:solidFill>
          <a:srgbClr val="7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9"/>
          <p:cNvSpPr>
            <a:spLocks noChangeArrowheads="1"/>
          </p:cNvSpPr>
          <p:nvPr userDrawn="1"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9" tIns="35719" rIns="35719" bIns="35719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  <p:pic>
        <p:nvPicPr>
          <p:cNvPr id="3" name="pasted-imag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0" y="6492878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4" name="Group 225"/>
          <p:cNvGrpSpPr>
            <a:grpSpLocks/>
          </p:cNvGrpSpPr>
          <p:nvPr/>
        </p:nvGrpSpPr>
        <p:grpSpPr bwMode="auto">
          <a:xfrm>
            <a:off x="381003" y="6316666"/>
            <a:ext cx="320675" cy="363537"/>
            <a:chOff x="0" y="0"/>
            <a:chExt cx="642515" cy="726565"/>
          </a:xfrm>
        </p:grpSpPr>
        <p:pic>
          <p:nvPicPr>
            <p:cNvPr id="5" name="pasted-image.pdf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6" name="Shape 224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useo 300 Regular"/>
                  <a:sym typeface="Museo 300 Regular"/>
                </a:rPr>
                <a:t>®</a:t>
              </a:r>
            </a:p>
          </p:txBody>
        </p:sp>
      </p:grpSp>
      <p:sp>
        <p:nvSpPr>
          <p:cNvPr id="9" name="Shape 226"/>
          <p:cNvSpPr/>
          <p:nvPr userDrawn="1"/>
        </p:nvSpPr>
        <p:spPr>
          <a:xfrm>
            <a:off x="9533549" y="6381799"/>
            <a:ext cx="2280636" cy="357098"/>
          </a:xfrm>
          <a:prstGeom prst="rect">
            <a:avLst/>
          </a:prstGeom>
          <a:ln w="12700">
            <a:miter lim="400000"/>
          </a:ln>
        </p:spPr>
        <p:txBody>
          <a:bodyPr wrap="none" lIns="9182" tIns="9182" rIns="9182" bIns="9182" anchor="ctr">
            <a:spAutoFit/>
          </a:bodyPr>
          <a:lstStyle/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CALIDAD SOCIAL</a:t>
            </a:r>
            <a:r>
              <a:rPr kumimoji="0" sz="1100" b="1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 SANITARIA</a:t>
            </a:r>
          </a:p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© 201</a:t>
            </a:r>
            <a:r>
              <a:rPr kumimoji="0" lang="es-ES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0112205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adro Azul">
    <p:bg>
      <p:bgPr>
        <a:solidFill>
          <a:srgbClr val="7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o 1"/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219"/>
          <p:cNvSpPr>
            <a:spLocks noChangeArrowheads="1"/>
          </p:cNvSpPr>
          <p:nvPr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9" tIns="35719" rIns="35719" bIns="35719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  <p:pic>
        <p:nvPicPr>
          <p:cNvPr id="4" name="pasted-imag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0" y="6492878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5" name="Group 225"/>
          <p:cNvGrpSpPr>
            <a:grpSpLocks/>
          </p:cNvGrpSpPr>
          <p:nvPr/>
        </p:nvGrpSpPr>
        <p:grpSpPr bwMode="auto">
          <a:xfrm>
            <a:off x="381003" y="6316666"/>
            <a:ext cx="320675" cy="363537"/>
            <a:chOff x="0" y="0"/>
            <a:chExt cx="642515" cy="726565"/>
          </a:xfrm>
        </p:grpSpPr>
        <p:pic>
          <p:nvPicPr>
            <p:cNvPr id="6" name="pasted-image.pdf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7" name="Shape 224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useo 300 Regular"/>
                  <a:sym typeface="Museo 300 Regular"/>
                </a:rPr>
                <a:t>®</a:t>
              </a:r>
            </a:p>
          </p:txBody>
        </p:sp>
      </p:grpSp>
      <p:sp>
        <p:nvSpPr>
          <p:cNvPr id="10" name="Shape 226"/>
          <p:cNvSpPr/>
          <p:nvPr userDrawn="1"/>
        </p:nvSpPr>
        <p:spPr>
          <a:xfrm>
            <a:off x="9533549" y="6381799"/>
            <a:ext cx="2280636" cy="357098"/>
          </a:xfrm>
          <a:prstGeom prst="rect">
            <a:avLst/>
          </a:prstGeom>
          <a:ln w="12700">
            <a:miter lim="400000"/>
          </a:ln>
        </p:spPr>
        <p:txBody>
          <a:bodyPr wrap="none" lIns="9182" tIns="9182" rIns="9182" bIns="9182" anchor="ctr">
            <a:spAutoFit/>
          </a:bodyPr>
          <a:lstStyle/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CALIDAD SOCIAL</a:t>
            </a:r>
            <a:r>
              <a:rPr kumimoji="0" sz="1100" b="1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 SANITARIA</a:t>
            </a:r>
          </a:p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© 201</a:t>
            </a:r>
            <a:r>
              <a:rPr kumimoji="0" lang="es-ES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Marcador de contenido 8"/>
          <p:cNvSpPr>
            <a:spLocks noGrp="1"/>
          </p:cNvSpPr>
          <p:nvPr>
            <p:ph sz="quarter" idx="10"/>
          </p:nvPr>
        </p:nvSpPr>
        <p:spPr>
          <a:xfrm>
            <a:off x="3143250" y="1989138"/>
            <a:ext cx="5761038" cy="331152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99363779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ORTADA Verde">
    <p:bg>
      <p:bgPr>
        <a:solidFill>
          <a:srgbClr val="00CD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9"/>
          <p:cNvSpPr>
            <a:spLocks noChangeArrowheads="1"/>
          </p:cNvSpPr>
          <p:nvPr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9" tIns="35719" rIns="35719" bIns="35719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  <p:pic>
        <p:nvPicPr>
          <p:cNvPr id="3" name="pasted-imag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0" y="6492878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4" name="Group 225"/>
          <p:cNvGrpSpPr>
            <a:grpSpLocks/>
          </p:cNvGrpSpPr>
          <p:nvPr/>
        </p:nvGrpSpPr>
        <p:grpSpPr bwMode="auto">
          <a:xfrm>
            <a:off x="381003" y="6316666"/>
            <a:ext cx="320675" cy="363537"/>
            <a:chOff x="0" y="0"/>
            <a:chExt cx="642515" cy="726565"/>
          </a:xfrm>
        </p:grpSpPr>
        <p:pic>
          <p:nvPicPr>
            <p:cNvPr id="5" name="pasted-image.pdf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6" name="Shape 224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useo 300 Regular"/>
                  <a:sym typeface="Museo 300 Regular"/>
                </a:rPr>
                <a:t>®</a:t>
              </a:r>
            </a:p>
          </p:txBody>
        </p:sp>
      </p:grpSp>
      <p:sp>
        <p:nvSpPr>
          <p:cNvPr id="9" name="Shape 226"/>
          <p:cNvSpPr/>
          <p:nvPr userDrawn="1"/>
        </p:nvSpPr>
        <p:spPr>
          <a:xfrm>
            <a:off x="9533549" y="6381799"/>
            <a:ext cx="2280636" cy="357098"/>
          </a:xfrm>
          <a:prstGeom prst="rect">
            <a:avLst/>
          </a:prstGeom>
          <a:ln w="12700">
            <a:miter lim="400000"/>
          </a:ln>
        </p:spPr>
        <p:txBody>
          <a:bodyPr wrap="none" lIns="9182" tIns="9182" rIns="9182" bIns="9182" anchor="ctr">
            <a:spAutoFit/>
          </a:bodyPr>
          <a:lstStyle/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CALIDAD SOCIAL</a:t>
            </a:r>
            <a:r>
              <a:rPr kumimoji="0" sz="1100" b="1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 SANITARIA</a:t>
            </a:r>
          </a:p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© 201</a:t>
            </a:r>
            <a:r>
              <a:rPr kumimoji="0" lang="es-ES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0800078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adro Verde">
    <p:bg>
      <p:bgPr>
        <a:solidFill>
          <a:srgbClr val="00CD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o 1"/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22860" rIns="45720" bIns="2286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219"/>
          <p:cNvSpPr>
            <a:spLocks noChangeArrowheads="1"/>
          </p:cNvSpPr>
          <p:nvPr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9" tIns="35719" rIns="35719" bIns="35719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  <p:pic>
        <p:nvPicPr>
          <p:cNvPr id="4" name="pasted-imag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0" y="6492878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5" name="Group 225"/>
          <p:cNvGrpSpPr>
            <a:grpSpLocks/>
          </p:cNvGrpSpPr>
          <p:nvPr/>
        </p:nvGrpSpPr>
        <p:grpSpPr bwMode="auto">
          <a:xfrm>
            <a:off x="381003" y="6316666"/>
            <a:ext cx="320675" cy="363537"/>
            <a:chOff x="0" y="0"/>
            <a:chExt cx="642515" cy="726565"/>
          </a:xfrm>
        </p:grpSpPr>
        <p:pic>
          <p:nvPicPr>
            <p:cNvPr id="6" name="pasted-image.pdf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7" name="Shape 224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useo 300 Regular"/>
                  <a:sym typeface="Museo 300 Regular"/>
                </a:rPr>
                <a:t>®</a:t>
              </a:r>
            </a:p>
          </p:txBody>
        </p:sp>
      </p:grpSp>
      <p:sp>
        <p:nvSpPr>
          <p:cNvPr id="10" name="Shape 226"/>
          <p:cNvSpPr/>
          <p:nvPr userDrawn="1"/>
        </p:nvSpPr>
        <p:spPr>
          <a:xfrm>
            <a:off x="9533549" y="6381799"/>
            <a:ext cx="2280636" cy="357098"/>
          </a:xfrm>
          <a:prstGeom prst="rect">
            <a:avLst/>
          </a:prstGeom>
          <a:ln w="12700">
            <a:miter lim="400000"/>
          </a:ln>
        </p:spPr>
        <p:txBody>
          <a:bodyPr wrap="none" lIns="9182" tIns="9182" rIns="9182" bIns="9182" anchor="ctr">
            <a:spAutoFit/>
          </a:bodyPr>
          <a:lstStyle/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CALIDAD SOCIAL</a:t>
            </a:r>
            <a:r>
              <a:rPr kumimoji="0" sz="1100" b="1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 SANITARIA</a:t>
            </a:r>
          </a:p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© 201</a:t>
            </a:r>
            <a:r>
              <a:rPr kumimoji="0" lang="es-ES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Marcador de contenido 8"/>
          <p:cNvSpPr>
            <a:spLocks noGrp="1"/>
          </p:cNvSpPr>
          <p:nvPr>
            <p:ph sz="quarter" idx="10"/>
          </p:nvPr>
        </p:nvSpPr>
        <p:spPr>
          <a:xfrm>
            <a:off x="2640013" y="2276475"/>
            <a:ext cx="5111750" cy="223202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24582263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os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exels-photo3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5" y="0"/>
            <a:ext cx="12249150" cy="686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4" name="Shape 253"/>
          <p:cNvSpPr>
            <a:spLocks noChangeArrowheads="1"/>
          </p:cNvSpPr>
          <p:nvPr/>
        </p:nvSpPr>
        <p:spPr bwMode="auto">
          <a:xfrm>
            <a:off x="-28575" y="6269038"/>
            <a:ext cx="1224915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9" tIns="35719" rIns="35719" bIns="35719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  <p:pic>
        <p:nvPicPr>
          <p:cNvPr id="5" name="pasted-imag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0" y="6492878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6" name="pasted-image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4" y="2051052"/>
            <a:ext cx="835025" cy="18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7" name="Shape 256"/>
          <p:cNvSpPr/>
          <p:nvPr/>
        </p:nvSpPr>
        <p:spPr>
          <a:xfrm>
            <a:off x="354165" y="381000"/>
            <a:ext cx="5663346" cy="1235531"/>
          </a:xfrm>
          <a:prstGeom prst="rect">
            <a:avLst/>
          </a:prstGeom>
          <a:ln w="12700">
            <a:miter lim="400000"/>
          </a:ln>
          <a:extLst>
            <a:ext uri="{C572A759-6A51-4108-AA02-DFA0A04FC94B}"/>
          </a:extLst>
        </p:spPr>
        <p:txBody>
          <a:bodyPr wrap="none" lIns="35719" tIns="35719" rIns="35719" bIns="35719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0" b="1" spc="9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4800" b="1" i="0" u="none" strike="noStrike" kern="1200" cap="none" spc="90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Calibri" panose="020F0502020204030204"/>
                <a:ea typeface="Arial"/>
                <a:cs typeface="Arial"/>
                <a:sym typeface="Arial"/>
              </a:rPr>
              <a:t>1.</a:t>
            </a:r>
            <a:r>
              <a:rPr kumimoji="0" sz="3600" b="1" i="0" u="none" strike="noStrike" kern="1200" cap="none" spc="65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Calibri" panose="020F0502020204030204"/>
                <a:ea typeface="Arial"/>
                <a:cs typeface="Arial"/>
                <a:sym typeface="Arial"/>
              </a:rPr>
              <a:t>CALIDAD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500" b="1" spc="65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3600" b="1" i="0" u="none" strike="noStrike" kern="1200" cap="none" spc="65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Calibri" panose="020F0502020204030204"/>
                <a:ea typeface="Arial"/>
                <a:cs typeface="Arial"/>
                <a:sym typeface="Arial"/>
              </a:rPr>
              <a:t>SOCIAL Y SANITARIA.</a:t>
            </a:r>
          </a:p>
        </p:txBody>
      </p:sp>
      <p:grpSp>
        <p:nvGrpSpPr>
          <p:cNvPr id="8" name="Group 260"/>
          <p:cNvGrpSpPr>
            <a:grpSpLocks/>
          </p:cNvGrpSpPr>
          <p:nvPr/>
        </p:nvGrpSpPr>
        <p:grpSpPr bwMode="auto">
          <a:xfrm>
            <a:off x="381003" y="6316666"/>
            <a:ext cx="320675" cy="363537"/>
            <a:chOff x="0" y="0"/>
            <a:chExt cx="642515" cy="726565"/>
          </a:xfrm>
        </p:grpSpPr>
        <p:pic>
          <p:nvPicPr>
            <p:cNvPr id="9" name="pasted-image.pdf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0" name="Shape 259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useo 300 Regular"/>
                  <a:sym typeface="Museo 300 Regular"/>
                </a:rPr>
                <a:t>®</a:t>
              </a:r>
            </a:p>
          </p:txBody>
        </p:sp>
      </p:grpSp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2416969" y="2268144"/>
            <a:ext cx="7358063" cy="2321719"/>
          </a:xfrm>
          <a:prstGeom prst="rect">
            <a:avLst/>
          </a:prstGeom>
        </p:spPr>
        <p:txBody>
          <a:bodyPr lIns="71438" tIns="71438" rIns="71438" bIns="71438" anchor="ctr"/>
          <a:lstStyle>
            <a:lvl1pPr defTabSz="292100"/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  <p:sp>
        <p:nvSpPr>
          <p:cNvPr id="12" name="Shape 31"/>
          <p:cNvSpPr>
            <a:spLocks noGrp="1"/>
          </p:cNvSpPr>
          <p:nvPr>
            <p:ph type="sldNum" sz="quarter" idx="10"/>
          </p:nvPr>
        </p:nvSpPr>
        <p:spPr>
          <a:xfrm>
            <a:off x="5967328" y="6510339"/>
            <a:ext cx="346251" cy="282771"/>
          </a:xfrm>
          <a:prstGeom prst="rect">
            <a:avLst/>
          </a:prstGeom>
        </p:spPr>
        <p:txBody>
          <a:bodyPr lIns="71438" tIns="71438" rIns="71438" bIns="71438"/>
          <a:lstStyle>
            <a:lvl1pPr defTabSz="292100">
              <a:defRPr sz="900"/>
            </a:lvl1pPr>
          </a:lstStyle>
          <a:p>
            <a:pPr marL="0" marR="0" lvl="0" indent="0" algn="l" defTabSz="2921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A59A5A-FA50-429E-9F6C-D3D063C4C739}" type="slidenum">
              <a:rPr kumimoji="0" lang="es-ES" altLang="es-E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2921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altLang="es-E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226"/>
          <p:cNvSpPr/>
          <p:nvPr userDrawn="1"/>
        </p:nvSpPr>
        <p:spPr>
          <a:xfrm>
            <a:off x="9533549" y="6381799"/>
            <a:ext cx="2280636" cy="357098"/>
          </a:xfrm>
          <a:prstGeom prst="rect">
            <a:avLst/>
          </a:prstGeom>
          <a:ln w="12700">
            <a:miter lim="400000"/>
          </a:ln>
        </p:spPr>
        <p:txBody>
          <a:bodyPr wrap="none" lIns="9182" tIns="9182" rIns="9182" bIns="9182" anchor="ctr">
            <a:spAutoFit/>
          </a:bodyPr>
          <a:lstStyle/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CALIDAD SOCIAL</a:t>
            </a:r>
            <a:r>
              <a:rPr kumimoji="0" sz="1100" b="1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 SANITARIA</a:t>
            </a:r>
          </a:p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© 201</a:t>
            </a:r>
            <a:r>
              <a:rPr kumimoji="0" lang="es-ES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8491463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exels-photo3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5" y="0"/>
            <a:ext cx="12249150" cy="686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6" name="Shape 284"/>
          <p:cNvSpPr>
            <a:spLocks noChangeArrowheads="1"/>
          </p:cNvSpPr>
          <p:nvPr/>
        </p:nvSpPr>
        <p:spPr bwMode="auto">
          <a:xfrm>
            <a:off x="-28575" y="6269038"/>
            <a:ext cx="1224915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9" tIns="35719" rIns="35719" bIns="35719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  <p:pic>
        <p:nvPicPr>
          <p:cNvPr id="7" name="pasted-imag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0" y="6492878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8" name="Group 289"/>
          <p:cNvGrpSpPr>
            <a:grpSpLocks/>
          </p:cNvGrpSpPr>
          <p:nvPr/>
        </p:nvGrpSpPr>
        <p:grpSpPr bwMode="auto">
          <a:xfrm>
            <a:off x="381003" y="6316666"/>
            <a:ext cx="320675" cy="363537"/>
            <a:chOff x="0" y="0"/>
            <a:chExt cx="642515" cy="726565"/>
          </a:xfrm>
        </p:grpSpPr>
        <p:pic>
          <p:nvPicPr>
            <p:cNvPr id="9" name="pasted-image.pdf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0" name="Shape 288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useo 300 Regular"/>
                  <a:sym typeface="Museo 300 Regular"/>
                </a:rPr>
                <a:t>®</a:t>
              </a:r>
            </a:p>
          </p:txBody>
        </p:sp>
      </p:grpSp>
      <p:pic>
        <p:nvPicPr>
          <p:cNvPr id="12" name="pasted-image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2052640"/>
            <a:ext cx="846138" cy="18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7658314" y="2517416"/>
            <a:ext cx="3750469" cy="2803923"/>
          </a:xfrm>
          <a:prstGeom prst="rect">
            <a:avLst/>
          </a:prstGeom>
        </p:spPr>
        <p:txBody>
          <a:bodyPr lIns="71438" tIns="71438" rIns="71438" bIns="71438"/>
          <a:lstStyle>
            <a:lvl1pPr defTabSz="292100">
              <a:defRPr sz="4200"/>
            </a:lvl1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2783632" y="2402285"/>
            <a:ext cx="3750469" cy="2893220"/>
          </a:xfrm>
          <a:prstGeom prst="rect">
            <a:avLst/>
          </a:prstGeom>
        </p:spPr>
        <p:txBody>
          <a:bodyPr lIns="71438" tIns="71438" rIns="71438" bIns="71438"/>
          <a:lstStyle>
            <a:lvl1pPr defTabSz="292100"/>
            <a:lvl2pPr defTabSz="292100"/>
            <a:lvl3pPr defTabSz="292100"/>
            <a:lvl4pPr defTabSz="292100"/>
            <a:lvl5pPr defTabSz="292100"/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dirty="0"/>
          </a:p>
        </p:txBody>
      </p:sp>
      <p:sp>
        <p:nvSpPr>
          <p:cNvPr id="14" name="Shape 41"/>
          <p:cNvSpPr>
            <a:spLocks noGrp="1"/>
          </p:cNvSpPr>
          <p:nvPr>
            <p:ph type="sldNum" sz="quarter" idx="14"/>
          </p:nvPr>
        </p:nvSpPr>
        <p:spPr>
          <a:xfrm>
            <a:off x="5967328" y="6510339"/>
            <a:ext cx="346251" cy="282771"/>
          </a:xfrm>
          <a:prstGeom prst="rect">
            <a:avLst/>
          </a:prstGeom>
        </p:spPr>
        <p:txBody>
          <a:bodyPr lIns="71438" tIns="71438" rIns="71438" bIns="71438"/>
          <a:lstStyle>
            <a:lvl1pPr defTabSz="292100">
              <a:defRPr sz="900"/>
            </a:lvl1pPr>
          </a:lstStyle>
          <a:p>
            <a:pPr marL="0" marR="0" lvl="0" indent="0" algn="l" defTabSz="2921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2EF517-892F-4342-83DD-D9ADA749C8A4}" type="slidenum">
              <a:rPr kumimoji="0" lang="es-ES" altLang="es-E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2921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altLang="es-E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226"/>
          <p:cNvSpPr/>
          <p:nvPr userDrawn="1"/>
        </p:nvSpPr>
        <p:spPr>
          <a:xfrm>
            <a:off x="9533549" y="6381799"/>
            <a:ext cx="2280636" cy="357098"/>
          </a:xfrm>
          <a:prstGeom prst="rect">
            <a:avLst/>
          </a:prstGeom>
          <a:ln w="12700">
            <a:miter lim="400000"/>
          </a:ln>
        </p:spPr>
        <p:txBody>
          <a:bodyPr wrap="none" lIns="9182" tIns="9182" rIns="9182" bIns="9182" anchor="ctr">
            <a:spAutoFit/>
          </a:bodyPr>
          <a:lstStyle/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CALIDAD SOCIAL</a:t>
            </a:r>
            <a:r>
              <a:rPr kumimoji="0" sz="1100" b="1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 SANITARIA</a:t>
            </a:r>
          </a:p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© 201</a:t>
            </a:r>
            <a:r>
              <a:rPr kumimoji="0" lang="es-ES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Shape 256"/>
          <p:cNvSpPr/>
          <p:nvPr userDrawn="1"/>
        </p:nvSpPr>
        <p:spPr>
          <a:xfrm>
            <a:off x="354165" y="381000"/>
            <a:ext cx="7148496" cy="1235531"/>
          </a:xfrm>
          <a:prstGeom prst="rect">
            <a:avLst/>
          </a:prstGeom>
          <a:ln w="12700">
            <a:miter lim="400000"/>
          </a:ln>
          <a:extLst>
            <a:ext uri="{C572A759-6A51-4108-AA02-DFA0A04FC94B}"/>
          </a:extLst>
        </p:spPr>
        <p:txBody>
          <a:bodyPr wrap="none" lIns="35719" tIns="35719" rIns="35719" bIns="35719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0" b="1" spc="9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es-ES" sz="4800" b="1" i="0" u="none" strike="noStrike" kern="1200" cap="none" spc="90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Calibri" panose="020F0502020204030204"/>
                <a:ea typeface="Arial"/>
                <a:cs typeface="Arial"/>
                <a:sym typeface="Arial"/>
              </a:rPr>
              <a:t>2</a:t>
            </a:r>
            <a:r>
              <a:rPr kumimoji="0" sz="4800" b="1" i="0" u="none" strike="noStrike" kern="1200" cap="none" spc="90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Calibri" panose="020F0502020204030204"/>
                <a:ea typeface="Arial"/>
                <a:cs typeface="Arial"/>
                <a:sym typeface="Arial"/>
              </a:rPr>
              <a:t>.</a:t>
            </a:r>
            <a:r>
              <a:rPr kumimoji="0" sz="3600" b="1" i="0" u="none" strike="noStrike" kern="1200" cap="none" spc="65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Calibri" panose="020F0502020204030204"/>
                <a:ea typeface="Arial"/>
                <a:cs typeface="Arial"/>
                <a:sym typeface="Arial"/>
              </a:rPr>
              <a:t>CALIDAD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500" b="1" spc="65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es-ES" sz="3600" b="1" i="0" u="none" strike="noStrike" kern="1200" cap="none" spc="65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Calibri" panose="020F0502020204030204"/>
                <a:ea typeface="Arial"/>
                <a:cs typeface="Arial"/>
                <a:sym typeface="Arial"/>
              </a:rPr>
              <a:t>DE VIDA DE LAS PERSONAS</a:t>
            </a:r>
            <a:endParaRPr kumimoji="0" sz="3600" b="1" i="0" u="none" strike="noStrike" kern="1200" cap="none" spc="650" normalizeH="0" baseline="0" noProof="0" dirty="0">
              <a:ln>
                <a:noFill/>
              </a:ln>
              <a:solidFill>
                <a:srgbClr val="F3F3F3"/>
              </a:solidFill>
              <a:effectLst/>
              <a:uLnTx/>
              <a:uFillTx/>
              <a:latin typeface="Calibri" panose="020F0502020204030204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651453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to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exels-photo3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5" y="0"/>
            <a:ext cx="12249150" cy="686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6" name="Shape 284"/>
          <p:cNvSpPr>
            <a:spLocks noChangeArrowheads="1"/>
          </p:cNvSpPr>
          <p:nvPr/>
        </p:nvSpPr>
        <p:spPr bwMode="auto">
          <a:xfrm>
            <a:off x="-28575" y="6269038"/>
            <a:ext cx="1224915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9" tIns="35719" rIns="35719" bIns="35719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  <p:pic>
        <p:nvPicPr>
          <p:cNvPr id="7" name="pasted-imag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0" y="6492878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8" name="Group 289"/>
          <p:cNvGrpSpPr>
            <a:grpSpLocks/>
          </p:cNvGrpSpPr>
          <p:nvPr/>
        </p:nvGrpSpPr>
        <p:grpSpPr bwMode="auto">
          <a:xfrm>
            <a:off x="381003" y="6316666"/>
            <a:ext cx="320675" cy="363537"/>
            <a:chOff x="0" y="0"/>
            <a:chExt cx="642515" cy="726565"/>
          </a:xfrm>
        </p:grpSpPr>
        <p:pic>
          <p:nvPicPr>
            <p:cNvPr id="9" name="pasted-image.pdf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0" name="Shape 288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useo 300 Regular"/>
                  <a:sym typeface="Museo 300 Regular"/>
                </a:rPr>
                <a:t>®</a:t>
              </a:r>
            </a:p>
          </p:txBody>
        </p:sp>
      </p:grp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7658314" y="2517416"/>
            <a:ext cx="3750469" cy="2803923"/>
          </a:xfrm>
          <a:prstGeom prst="rect">
            <a:avLst/>
          </a:prstGeom>
        </p:spPr>
        <p:txBody>
          <a:bodyPr lIns="71438" tIns="71438" rIns="71438" bIns="71438"/>
          <a:lstStyle>
            <a:lvl1pPr defTabSz="292100">
              <a:defRPr sz="4200"/>
            </a:lvl1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2783632" y="2402285"/>
            <a:ext cx="3750469" cy="2893220"/>
          </a:xfrm>
          <a:prstGeom prst="rect">
            <a:avLst/>
          </a:prstGeom>
        </p:spPr>
        <p:txBody>
          <a:bodyPr lIns="71438" tIns="71438" rIns="71438" bIns="71438"/>
          <a:lstStyle>
            <a:lvl1pPr defTabSz="292100"/>
            <a:lvl2pPr defTabSz="292100"/>
            <a:lvl3pPr defTabSz="292100"/>
            <a:lvl4pPr defTabSz="292100"/>
            <a:lvl5pPr defTabSz="292100"/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dirty="0"/>
          </a:p>
        </p:txBody>
      </p:sp>
      <p:sp>
        <p:nvSpPr>
          <p:cNvPr id="14" name="Shape 41"/>
          <p:cNvSpPr>
            <a:spLocks noGrp="1"/>
          </p:cNvSpPr>
          <p:nvPr>
            <p:ph type="sldNum" sz="quarter" idx="14"/>
          </p:nvPr>
        </p:nvSpPr>
        <p:spPr>
          <a:xfrm>
            <a:off x="5967328" y="6510339"/>
            <a:ext cx="346251" cy="282771"/>
          </a:xfrm>
          <a:prstGeom prst="rect">
            <a:avLst/>
          </a:prstGeom>
        </p:spPr>
        <p:txBody>
          <a:bodyPr lIns="71438" tIns="71438" rIns="71438" bIns="71438"/>
          <a:lstStyle>
            <a:lvl1pPr defTabSz="292100">
              <a:defRPr sz="900"/>
            </a:lvl1pPr>
          </a:lstStyle>
          <a:p>
            <a:pPr marL="0" marR="0" lvl="0" indent="0" algn="l" defTabSz="2921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2EF517-892F-4342-83DD-D9ADA749C8A4}" type="slidenum">
              <a:rPr kumimoji="0" lang="es-ES" altLang="es-E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2921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altLang="es-E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226"/>
          <p:cNvSpPr/>
          <p:nvPr userDrawn="1"/>
        </p:nvSpPr>
        <p:spPr>
          <a:xfrm>
            <a:off x="9533549" y="6381799"/>
            <a:ext cx="2280636" cy="357098"/>
          </a:xfrm>
          <a:prstGeom prst="rect">
            <a:avLst/>
          </a:prstGeom>
          <a:ln w="12700">
            <a:miter lim="400000"/>
          </a:ln>
        </p:spPr>
        <p:txBody>
          <a:bodyPr wrap="none" lIns="9182" tIns="9182" rIns="9182" bIns="9182" anchor="ctr">
            <a:spAutoFit/>
          </a:bodyPr>
          <a:lstStyle/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CALIDAD SOCIAL</a:t>
            </a:r>
            <a:r>
              <a:rPr kumimoji="0" sz="1100" b="1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 SANITARIA</a:t>
            </a:r>
          </a:p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© 201</a:t>
            </a:r>
            <a:r>
              <a:rPr kumimoji="0" lang="es-ES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Shape 292"/>
          <p:cNvSpPr/>
          <p:nvPr userDrawn="1"/>
        </p:nvSpPr>
        <p:spPr>
          <a:xfrm>
            <a:off x="309563" y="381000"/>
            <a:ext cx="3656643" cy="1235531"/>
          </a:xfrm>
          <a:prstGeom prst="rect">
            <a:avLst/>
          </a:prstGeom>
          <a:ln w="12700">
            <a:miter lim="400000"/>
          </a:ln>
          <a:extLst>
            <a:ext uri="{C572A759-6A51-4108-AA02-DFA0A04FC94B}"/>
          </a:extLst>
        </p:spPr>
        <p:txBody>
          <a:bodyPr wrap="none" lIns="35719" tIns="35719" rIns="35719" bIns="35719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0" b="1" spc="90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es-ES" sz="4800" b="1" i="0" u="none" strike="noStrike" kern="1200" cap="none" spc="90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Calibri" panose="020F0502020204030204"/>
                <a:ea typeface="Arial"/>
                <a:cs typeface="Arial"/>
                <a:sym typeface="Arial"/>
              </a:rPr>
              <a:t>3</a:t>
            </a:r>
            <a:r>
              <a:rPr kumimoji="0" sz="4800" b="1" i="0" u="none" strike="noStrike" kern="1200" cap="none" spc="90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Calibri" panose="020F0502020204030204"/>
                <a:ea typeface="Arial"/>
                <a:cs typeface="Arial"/>
                <a:sym typeface="Arial"/>
              </a:rPr>
              <a:t>.</a:t>
            </a:r>
            <a:r>
              <a:rPr kumimoji="0" sz="3600" b="1" i="0" u="none" strike="noStrike" kern="1200" cap="none" spc="65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Calibri" panose="020F0502020204030204"/>
                <a:ea typeface="Arial"/>
                <a:cs typeface="Arial"/>
                <a:sym typeface="Arial"/>
              </a:rPr>
              <a:t>CALIDAD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500" b="1" spc="650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3600" b="1" i="0" u="none" strike="noStrike" kern="1200" cap="none" spc="65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Calibri" panose="020F0502020204030204"/>
                <a:ea typeface="Arial"/>
                <a:cs typeface="Arial"/>
                <a:sym typeface="Arial"/>
              </a:rPr>
              <a:t>DE </a:t>
            </a:r>
            <a:r>
              <a:rPr kumimoji="0" lang="es-ES" sz="3600" b="1" i="0" u="none" strike="noStrike" kern="1200" cap="none" spc="65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Calibri" panose="020F0502020204030204"/>
                <a:ea typeface="Arial"/>
                <a:cs typeface="Arial"/>
                <a:sym typeface="Arial"/>
              </a:rPr>
              <a:t>LA SALUD</a:t>
            </a:r>
            <a:r>
              <a:rPr kumimoji="0" sz="3600" b="1" i="0" u="none" strike="noStrike" kern="1200" cap="none" spc="65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Calibri" panose="020F0502020204030204"/>
                <a:ea typeface="Arial"/>
                <a:cs typeface="Arial"/>
                <a:sym typeface="Arial"/>
              </a:rPr>
              <a:t>.</a:t>
            </a:r>
          </a:p>
        </p:txBody>
      </p:sp>
      <p:pic>
        <p:nvPicPr>
          <p:cNvPr id="20" name="pasted-image.pdf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9563" y="2099884"/>
            <a:ext cx="839412" cy="20116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67250351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lu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sted-imag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97" y="132750"/>
            <a:ext cx="11030219" cy="602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Shape 394"/>
          <p:cNvSpPr>
            <a:spLocks noChangeArrowheads="1"/>
          </p:cNvSpPr>
          <p:nvPr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9" tIns="35719" rIns="35719" bIns="35719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  <p:pic>
        <p:nvPicPr>
          <p:cNvPr id="4" name="pasted-imag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0" y="6492878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5" name="Group 399"/>
          <p:cNvGrpSpPr>
            <a:grpSpLocks/>
          </p:cNvGrpSpPr>
          <p:nvPr/>
        </p:nvGrpSpPr>
        <p:grpSpPr bwMode="auto">
          <a:xfrm>
            <a:off x="381003" y="6316666"/>
            <a:ext cx="320675" cy="363537"/>
            <a:chOff x="0" y="0"/>
            <a:chExt cx="642515" cy="726565"/>
          </a:xfrm>
        </p:grpSpPr>
        <p:pic>
          <p:nvPicPr>
            <p:cNvPr id="6" name="pasted-image.pdf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7" name="Shape 398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/>
            </a:extLst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useo 300 Regular"/>
                  <a:sym typeface="Museo 300 Regular"/>
                </a:rPr>
                <a:t>®</a:t>
              </a:r>
            </a:p>
          </p:txBody>
        </p:sp>
      </p:grpSp>
      <p:sp>
        <p:nvSpPr>
          <p:cNvPr id="10" name="Shape 226"/>
          <p:cNvSpPr/>
          <p:nvPr userDrawn="1"/>
        </p:nvSpPr>
        <p:spPr>
          <a:xfrm>
            <a:off x="9533549" y="6381799"/>
            <a:ext cx="2280636" cy="357098"/>
          </a:xfrm>
          <a:prstGeom prst="rect">
            <a:avLst/>
          </a:prstGeom>
          <a:ln w="12700">
            <a:miter lim="400000"/>
          </a:ln>
        </p:spPr>
        <p:txBody>
          <a:bodyPr wrap="none" lIns="9182" tIns="9182" rIns="9182" bIns="9182" anchor="ctr">
            <a:spAutoFit/>
          </a:bodyPr>
          <a:lstStyle/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CALIDAD SOCIAL</a:t>
            </a:r>
            <a:r>
              <a:rPr kumimoji="0" sz="1100" b="1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 SANITARIA</a:t>
            </a:r>
          </a:p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© 201</a:t>
            </a:r>
            <a:r>
              <a:rPr kumimoji="0" lang="es-ES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10"/>
          </p:nvPr>
        </p:nvSpPr>
        <p:spPr>
          <a:xfrm>
            <a:off x="3000375" y="1916113"/>
            <a:ext cx="7056438" cy="31686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75267194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g_cabecera_grande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1588"/>
            <a:ext cx="12214226" cy="626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4" name="Shape 184"/>
          <p:cNvSpPr>
            <a:spLocks noChangeArrowheads="1"/>
          </p:cNvSpPr>
          <p:nvPr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9" tIns="35719" rIns="35719" bIns="35719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5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  <p:sp>
        <p:nvSpPr>
          <p:cNvPr id="6" name="Shape 187"/>
          <p:cNvSpPr>
            <a:spLocks noChangeArrowheads="1"/>
          </p:cNvSpPr>
          <p:nvPr/>
        </p:nvSpPr>
        <p:spPr bwMode="auto">
          <a:xfrm>
            <a:off x="396875" y="385763"/>
            <a:ext cx="11398250" cy="55245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35719" tIns="35719" rIns="35719" bIns="35719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5000" b="0" i="0" u="none" strike="noStrike" kern="1200" cap="none" spc="0" normalizeH="0" baseline="0" noProof="0" dirty="0">
              <a:ln>
                <a:noFill/>
              </a:ln>
              <a:solidFill>
                <a:srgbClr val="7FCDFF"/>
              </a:solidFill>
              <a:effectLst/>
              <a:uLnTx/>
              <a:uFillTx/>
              <a:latin typeface="Helvetica Light"/>
            </a:endParaRPr>
          </a:p>
        </p:txBody>
      </p:sp>
      <p:pic>
        <p:nvPicPr>
          <p:cNvPr id="7" name="pasted-image.pd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0" y="2286000"/>
            <a:ext cx="3683000" cy="22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xfrm>
            <a:off x="2193726" y="766364"/>
            <a:ext cx="7804547" cy="1518048"/>
          </a:xfrm>
          <a:prstGeom prst="rect">
            <a:avLst/>
          </a:prstGeom>
        </p:spPr>
        <p:txBody>
          <a:bodyPr lIns="71438" tIns="71438" rIns="71438" bIns="71438" anchor="ctr"/>
          <a:lstStyle>
            <a:lvl1pPr defTabSz="292100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  <p:sp>
        <p:nvSpPr>
          <p:cNvPr id="9" name="Shape 226"/>
          <p:cNvSpPr/>
          <p:nvPr userDrawn="1"/>
        </p:nvSpPr>
        <p:spPr>
          <a:xfrm>
            <a:off x="11298775" y="6381799"/>
            <a:ext cx="515410" cy="357098"/>
          </a:xfrm>
          <a:prstGeom prst="rect">
            <a:avLst/>
          </a:prstGeom>
          <a:ln w="12700">
            <a:miter lim="400000"/>
          </a:ln>
        </p:spPr>
        <p:txBody>
          <a:bodyPr wrap="none" lIns="9182" tIns="9182" rIns="9182" bIns="9182" anchor="ctr">
            <a:spAutoFit/>
          </a:bodyPr>
          <a:lstStyle/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defTabSz="7502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© 201</a:t>
            </a:r>
            <a:r>
              <a:rPr kumimoji="0" lang="es-ES" sz="1100" b="0" i="0" u="none" strike="noStrike" kern="0" cap="none" spc="5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52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59819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/>
          <p:cNvSpPr>
            <a:spLocks noGrp="1"/>
          </p:cNvSpPr>
          <p:nvPr>
            <p:ph type="body" sz="quarter" idx="11"/>
          </p:nvPr>
        </p:nvSpPr>
        <p:spPr>
          <a:xfrm>
            <a:off x="1055440" y="980728"/>
            <a:ext cx="9937104" cy="4968552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 sz="2800">
                <a:solidFill>
                  <a:schemeClr val="bg1"/>
                </a:solidFill>
              </a:defRPr>
            </a:lvl2pPr>
            <a:lvl3pPr algn="l">
              <a:defRPr sz="2800">
                <a:solidFill>
                  <a:schemeClr val="bg1"/>
                </a:solidFill>
              </a:defRPr>
            </a:lvl3pPr>
            <a:lvl4pPr algn="l">
              <a:defRPr sz="2800">
                <a:solidFill>
                  <a:schemeClr val="bg1"/>
                </a:solidFill>
              </a:defRPr>
            </a:lvl4pPr>
            <a:lvl5pPr algn="l"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72675901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ase nh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9"/>
          <p:cNvSpPr>
            <a:spLocks noChangeArrowheads="1"/>
          </p:cNvSpPr>
          <p:nvPr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16321" tIns="16321" rIns="16321" bIns="16321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marL="0" marR="0" lvl="0" indent="0" algn="ctr" defTabSz="1778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2285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3" name="pasted-imag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1" y="6492923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4" name="Group 225"/>
          <p:cNvGrpSpPr>
            <a:grpSpLocks/>
          </p:cNvGrpSpPr>
          <p:nvPr/>
        </p:nvGrpSpPr>
        <p:grpSpPr bwMode="auto">
          <a:xfrm>
            <a:off x="381001" y="6316711"/>
            <a:ext cx="320675" cy="363537"/>
            <a:chOff x="0" y="0"/>
            <a:chExt cx="642515" cy="726565"/>
          </a:xfrm>
        </p:grpSpPr>
        <p:pic>
          <p:nvPicPr>
            <p:cNvPr id="5" name="pasted-image.pdf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6" name="Shape 224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marL="0" marR="0" lvl="0" indent="0" algn="ctr" defTabSz="1778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346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useo 300 Regular"/>
                  <a:sym typeface="Museo 300 Regular"/>
                </a:rPr>
                <a:t>®</a:t>
              </a:r>
            </a:p>
          </p:txBody>
        </p:sp>
      </p:grpSp>
      <p:sp>
        <p:nvSpPr>
          <p:cNvPr id="8" name="Shape 23"/>
          <p:cNvSpPr>
            <a:spLocks noGrp="1"/>
          </p:cNvSpPr>
          <p:nvPr>
            <p:ph type="sldNum" sz="quarter" idx="10"/>
          </p:nvPr>
        </p:nvSpPr>
        <p:spPr>
          <a:xfrm>
            <a:off x="6012255" y="6510378"/>
            <a:ext cx="156452" cy="127342"/>
          </a:xfrm>
        </p:spPr>
        <p:txBody>
          <a:bodyPr lIns="31432" tIns="31432" rIns="31432" bIns="31432"/>
          <a:lstStyle>
            <a:lvl1pPr defTabSz="133413">
              <a:defRPr sz="415"/>
            </a:lvl1pPr>
          </a:lstStyle>
          <a:p>
            <a:pPr marL="0" marR="0" lvl="0" indent="0" algn="l" defTabSz="1334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D3948C-87DC-4611-AD53-19003753180E}" type="slidenum">
              <a:rPr kumimoji="0" lang="es-ES" altLang="es-ES" sz="415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13341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ES" altLang="es-ES" sz="415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226"/>
          <p:cNvSpPr/>
          <p:nvPr userDrawn="1"/>
        </p:nvSpPr>
        <p:spPr>
          <a:xfrm>
            <a:off x="10663925" y="6466959"/>
            <a:ext cx="1150254" cy="186849"/>
          </a:xfrm>
          <a:prstGeom prst="rect">
            <a:avLst/>
          </a:prstGeom>
          <a:ln w="12700">
            <a:miter lim="400000"/>
          </a:ln>
        </p:spPr>
        <p:txBody>
          <a:bodyPr wrap="none" lIns="16321" tIns="16321" rIns="16321" bIns="16321" anchor="ctr">
            <a:spAutoFit/>
          </a:bodyPr>
          <a:lstStyle/>
          <a:p>
            <a:pPr marL="0" marR="0" lvl="0" indent="0" algn="r" defTabSz="1778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500" b="0" i="0" u="none" strike="noStrike" kern="0" cap="none" spc="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CALIDAD SOCIAL</a:t>
            </a:r>
            <a:r>
              <a:rPr kumimoji="0" sz="500" b="1" i="0" u="none" strike="noStrike" kern="0" cap="none" spc="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kumimoji="0" sz="500" b="0" i="0" u="none" strike="noStrike" kern="0" cap="none" spc="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Y SANITARIA</a:t>
            </a:r>
          </a:p>
          <a:p>
            <a:pPr marL="0" marR="0" lvl="0" indent="0" algn="r" defTabSz="1778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sz="500" b="0" i="0" u="none" strike="noStrike" kern="0" cap="none" spc="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© 201</a:t>
            </a:r>
            <a:r>
              <a:rPr kumimoji="0" lang="es-ES" sz="500" b="0" i="0" u="none" strike="noStrike" kern="0" cap="none" spc="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9</a:t>
            </a:r>
            <a:endParaRPr kumimoji="0" sz="500" b="0" i="0" u="none" strike="noStrike" kern="0" cap="none" spc="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678459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Foto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sz="half" idx="13"/>
          </p:nvPr>
        </p:nvSpPr>
        <p:spPr>
          <a:xfrm>
            <a:off x="2662541" y="464392"/>
            <a:ext cx="6861105" cy="4152305"/>
          </a:xfrm>
          <a:prstGeom prst="rect">
            <a:avLst/>
          </a:prstGeom>
        </p:spPr>
        <p:txBody>
          <a:bodyPr lIns="40233" tIns="20116" rIns="40233" bIns="20116">
            <a:noAutofit/>
          </a:bodyPr>
          <a:lstStyle/>
          <a:p>
            <a:pPr lvl="0"/>
            <a:r>
              <a:rPr lang="es-ES" noProof="0">
                <a:sym typeface="Helvetica Light"/>
              </a:rPr>
              <a:t>Haga clic en el icono para agregar una imagen</a:t>
            </a:r>
            <a:endParaRPr noProof="0">
              <a:sym typeface="Helvetica Light"/>
            </a:endParaRPr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2416974" y="4723805"/>
            <a:ext cx="7358063" cy="1000126"/>
          </a:xfrm>
          <a:prstGeom prst="rect">
            <a:avLst/>
          </a:prstGeom>
        </p:spPr>
        <p:txBody>
          <a:bodyPr lIns="31432" tIns="31432" rIns="31432" bIns="31432" anchor="ctr"/>
          <a:lstStyle>
            <a:lvl1pPr defTabSz="133413"/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2416974" y="5759696"/>
            <a:ext cx="7358063" cy="794743"/>
          </a:xfrm>
          <a:prstGeom prst="rect">
            <a:avLst/>
          </a:prstGeom>
        </p:spPr>
        <p:txBody>
          <a:bodyPr lIns="31432" tIns="31432" rIns="31432" bIns="31432"/>
          <a:lstStyle>
            <a:lvl1pPr defTabSz="133413"/>
            <a:lvl2pPr defTabSz="133413"/>
            <a:lvl3pPr defTabSz="133413"/>
            <a:lvl4pPr defTabSz="133413"/>
            <a:lvl5pPr defTabSz="133413"/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/>
          </a:p>
        </p:txBody>
      </p:sp>
      <p:sp>
        <p:nvSpPr>
          <p:cNvPr id="14" name="Shape 23"/>
          <p:cNvSpPr>
            <a:spLocks noGrp="1"/>
          </p:cNvSpPr>
          <p:nvPr>
            <p:ph type="sldNum" sz="quarter" idx="14"/>
          </p:nvPr>
        </p:nvSpPr>
        <p:spPr>
          <a:xfrm>
            <a:off x="6012255" y="6510378"/>
            <a:ext cx="156452" cy="127342"/>
          </a:xfrm>
          <a:prstGeom prst="rect">
            <a:avLst/>
          </a:prstGeom>
        </p:spPr>
        <p:txBody>
          <a:bodyPr lIns="31432" tIns="31432" rIns="31432" bIns="31432"/>
          <a:lstStyle>
            <a:lvl1pPr defTabSz="133413">
              <a:defRPr sz="415"/>
            </a:lvl1pPr>
          </a:lstStyle>
          <a:p>
            <a:fld id="{98E8B1DD-2C1E-4DFC-8DC8-4C60949E0175}" type="slidenum">
              <a:rPr lang="es-ES" altLang="es-ES" kern="0" smtClean="0">
                <a:solidFill>
                  <a:sysClr val="windowText" lastClr="000000"/>
                </a:solidFill>
              </a:rPr>
              <a:pPr/>
              <a:t>‹Nº›</a:t>
            </a:fld>
            <a:endParaRPr lang="es-ES" altLang="es-ES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268893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general">
    <p:bg>
      <p:bgPr>
        <a:solidFill>
          <a:srgbClr val="DCD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3689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 nh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842219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e nhf"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23"/>
          <p:cNvSpPr>
            <a:spLocks noGrp="1"/>
          </p:cNvSpPr>
          <p:nvPr>
            <p:ph type="sldNum" sz="quarter" idx="10"/>
          </p:nvPr>
        </p:nvSpPr>
        <p:spPr>
          <a:xfrm>
            <a:off x="6012255" y="6510378"/>
            <a:ext cx="156452" cy="127342"/>
          </a:xfrm>
          <a:prstGeom prst="rect">
            <a:avLst/>
          </a:prstGeom>
        </p:spPr>
        <p:txBody>
          <a:bodyPr lIns="31432" tIns="31432" rIns="31432" bIns="31432"/>
          <a:lstStyle>
            <a:lvl1pPr defTabSz="133413">
              <a:defRPr sz="415"/>
            </a:lvl1pPr>
          </a:lstStyle>
          <a:p>
            <a:fld id="{F2D3948C-87DC-4611-AD53-19003753180E}" type="slidenum">
              <a:rPr lang="es-ES" altLang="es-ES" kern="0" smtClean="0">
                <a:solidFill>
                  <a:sysClr val="windowText" lastClr="000000"/>
                </a:solidFill>
              </a:rPr>
              <a:pPr/>
              <a:t>‹Nº›</a:t>
            </a:fld>
            <a:endParaRPr lang="es-ES" altLang="es-ES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649348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PORTADA Orange">
    <p:bg>
      <p:bgPr>
        <a:solidFill>
          <a:srgbClr val="F08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98318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adro ORANGE">
    <p:bg>
      <p:bgPr>
        <a:solidFill>
          <a:srgbClr val="F08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o 1"/>
          <p:cNvSpPr/>
          <p:nvPr userDrawn="1"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855" tIns="13927" rIns="27855" bIns="13927" anchor="ctr"/>
          <a:lstStyle/>
          <a:p>
            <a:pPr algn="ctr" defTabSz="177886">
              <a:defRPr/>
            </a:pPr>
            <a:endParaRPr lang="es-ES" sz="2285" kern="0" dirty="0">
              <a:solidFill>
                <a:srgbClr val="FFFFFF"/>
              </a:solidFill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99804781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 PORTADA Azul">
    <p:bg>
      <p:bgPr>
        <a:solidFill>
          <a:srgbClr val="7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04921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adro Azul">
    <p:bg>
      <p:bgPr>
        <a:solidFill>
          <a:srgbClr val="7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o 1"/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855" tIns="13927" rIns="27855" bIns="13927" anchor="ctr"/>
          <a:lstStyle/>
          <a:p>
            <a:pPr algn="ctr" defTabSz="177886">
              <a:defRPr/>
            </a:pPr>
            <a:endParaRPr lang="es-ES" sz="2285" kern="0" dirty="0">
              <a:solidFill>
                <a:srgbClr val="FFFFFF"/>
              </a:solidFill>
              <a:sym typeface="Helvetica Light"/>
            </a:endParaRPr>
          </a:p>
        </p:txBody>
      </p:sp>
      <p:sp>
        <p:nvSpPr>
          <p:cNvPr id="3" name="Shape 219"/>
          <p:cNvSpPr>
            <a:spLocks noChangeArrowheads="1"/>
          </p:cNvSpPr>
          <p:nvPr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16321" tIns="16321" rIns="16321" bIns="16321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algn="ctr" defTabSz="177886">
              <a:defRPr/>
            </a:pPr>
            <a:endParaRPr lang="es-ES" altLang="es-ES" sz="2285" kern="0">
              <a:solidFill>
                <a:srgbClr val="FFFFFF"/>
              </a:solidFill>
              <a:sym typeface="Helvetica Light"/>
            </a:endParaRPr>
          </a:p>
        </p:txBody>
      </p:sp>
      <p:pic>
        <p:nvPicPr>
          <p:cNvPr id="4" name="pasted-imag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1" y="6492923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5" name="Group 225"/>
          <p:cNvGrpSpPr>
            <a:grpSpLocks/>
          </p:cNvGrpSpPr>
          <p:nvPr/>
        </p:nvGrpSpPr>
        <p:grpSpPr bwMode="auto">
          <a:xfrm>
            <a:off x="381001" y="6316711"/>
            <a:ext cx="320675" cy="363537"/>
            <a:chOff x="0" y="0"/>
            <a:chExt cx="642515" cy="726565"/>
          </a:xfrm>
        </p:grpSpPr>
        <p:pic>
          <p:nvPicPr>
            <p:cNvPr id="6" name="pasted-image.pdf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7" name="Shape 224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algn="ctr" defTabSz="177886">
                <a:defRPr/>
              </a:pPr>
              <a:r>
                <a:rPr sz="346" kern="0" dirty="0"/>
                <a:t>®</a:t>
              </a:r>
            </a:p>
          </p:txBody>
        </p:sp>
      </p:grpSp>
      <p:sp>
        <p:nvSpPr>
          <p:cNvPr id="11" name="Shape 226"/>
          <p:cNvSpPr/>
          <p:nvPr userDrawn="1"/>
        </p:nvSpPr>
        <p:spPr>
          <a:xfrm>
            <a:off x="10663925" y="6466959"/>
            <a:ext cx="1150254" cy="186849"/>
          </a:xfrm>
          <a:prstGeom prst="rect">
            <a:avLst/>
          </a:prstGeom>
          <a:ln w="12700">
            <a:miter lim="400000"/>
          </a:ln>
        </p:spPr>
        <p:txBody>
          <a:bodyPr wrap="none" lIns="16321" tIns="16321" rIns="16321" bIns="16321" anchor="ctr">
            <a:spAutoFit/>
          </a:bodyPr>
          <a:lstStyle/>
          <a:p>
            <a:pPr algn="r" defTabSz="177886"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500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CALIDAD SOCIAL</a:t>
            </a:r>
            <a:r>
              <a:rPr sz="500" b="1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sz="500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Y SANITARIA</a:t>
            </a:r>
          </a:p>
          <a:p>
            <a:pPr algn="r" defTabSz="177886"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500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© 201</a:t>
            </a:r>
            <a:r>
              <a:rPr lang="es-ES" sz="500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9</a:t>
            </a:r>
            <a:endParaRPr sz="500" kern="0" spc="50" baseline="0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750502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ORTADA Verde">
    <p:bg>
      <p:bgPr>
        <a:solidFill>
          <a:srgbClr val="00CD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9"/>
          <p:cNvSpPr>
            <a:spLocks noChangeArrowheads="1"/>
          </p:cNvSpPr>
          <p:nvPr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16321" tIns="16321" rIns="16321" bIns="16321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algn="ctr" defTabSz="177886">
              <a:defRPr/>
            </a:pPr>
            <a:endParaRPr lang="es-ES" altLang="es-ES" sz="2285" kern="0">
              <a:solidFill>
                <a:srgbClr val="FFFFFF"/>
              </a:solidFill>
              <a:sym typeface="Helvetica Light"/>
            </a:endParaRPr>
          </a:p>
        </p:txBody>
      </p:sp>
      <p:pic>
        <p:nvPicPr>
          <p:cNvPr id="3" name="pasted-imag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1" y="6492923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4" name="Group 225"/>
          <p:cNvGrpSpPr>
            <a:grpSpLocks/>
          </p:cNvGrpSpPr>
          <p:nvPr/>
        </p:nvGrpSpPr>
        <p:grpSpPr bwMode="auto">
          <a:xfrm>
            <a:off x="381001" y="6316711"/>
            <a:ext cx="320675" cy="363537"/>
            <a:chOff x="0" y="0"/>
            <a:chExt cx="642515" cy="726565"/>
          </a:xfrm>
        </p:grpSpPr>
        <p:pic>
          <p:nvPicPr>
            <p:cNvPr id="5" name="pasted-image.pdf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6" name="Shape 224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algn="ctr" defTabSz="177886">
                <a:defRPr/>
              </a:pPr>
              <a:r>
                <a:rPr sz="346" kern="0" dirty="0"/>
                <a:t>®</a:t>
              </a:r>
            </a:p>
          </p:txBody>
        </p:sp>
      </p:grpSp>
      <p:sp>
        <p:nvSpPr>
          <p:cNvPr id="10" name="Shape 226"/>
          <p:cNvSpPr/>
          <p:nvPr userDrawn="1"/>
        </p:nvSpPr>
        <p:spPr>
          <a:xfrm>
            <a:off x="10663925" y="6466959"/>
            <a:ext cx="1150254" cy="186849"/>
          </a:xfrm>
          <a:prstGeom prst="rect">
            <a:avLst/>
          </a:prstGeom>
          <a:ln w="12700">
            <a:miter lim="400000"/>
          </a:ln>
        </p:spPr>
        <p:txBody>
          <a:bodyPr wrap="none" lIns="16321" tIns="16321" rIns="16321" bIns="16321" anchor="ctr">
            <a:spAutoFit/>
          </a:bodyPr>
          <a:lstStyle/>
          <a:p>
            <a:pPr algn="r" defTabSz="177886"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500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CALIDAD SOCIAL</a:t>
            </a:r>
            <a:r>
              <a:rPr sz="500" b="1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sz="500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Y SANITARIA</a:t>
            </a:r>
          </a:p>
          <a:p>
            <a:pPr algn="r" defTabSz="177886"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500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© 201</a:t>
            </a:r>
            <a:r>
              <a:rPr lang="es-ES" sz="500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9</a:t>
            </a:r>
            <a:endParaRPr sz="500" kern="0" spc="50" baseline="0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317620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adro Verde">
    <p:bg>
      <p:bgPr>
        <a:solidFill>
          <a:srgbClr val="00CD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o 1"/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855" tIns="13927" rIns="27855" bIns="13927" anchor="ctr"/>
          <a:lstStyle/>
          <a:p>
            <a:pPr algn="ctr" defTabSz="177886">
              <a:defRPr/>
            </a:pPr>
            <a:endParaRPr lang="es-ES" sz="2285" kern="0" dirty="0">
              <a:solidFill>
                <a:srgbClr val="FFFFFF"/>
              </a:solidFill>
              <a:sym typeface="Helvetica Light"/>
            </a:endParaRPr>
          </a:p>
        </p:txBody>
      </p:sp>
      <p:sp>
        <p:nvSpPr>
          <p:cNvPr id="3" name="Shape 219"/>
          <p:cNvSpPr>
            <a:spLocks noChangeArrowheads="1"/>
          </p:cNvSpPr>
          <p:nvPr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16321" tIns="16321" rIns="16321" bIns="16321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algn="ctr" defTabSz="177886">
              <a:defRPr/>
            </a:pPr>
            <a:endParaRPr lang="es-ES" altLang="es-ES" sz="2285" kern="0">
              <a:solidFill>
                <a:srgbClr val="FFFFFF"/>
              </a:solidFill>
              <a:sym typeface="Helvetica Light"/>
            </a:endParaRPr>
          </a:p>
        </p:txBody>
      </p:sp>
      <p:pic>
        <p:nvPicPr>
          <p:cNvPr id="4" name="pasted-imag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1" y="6492923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5" name="Group 225"/>
          <p:cNvGrpSpPr>
            <a:grpSpLocks/>
          </p:cNvGrpSpPr>
          <p:nvPr/>
        </p:nvGrpSpPr>
        <p:grpSpPr bwMode="auto">
          <a:xfrm>
            <a:off x="381001" y="6316711"/>
            <a:ext cx="320675" cy="363537"/>
            <a:chOff x="0" y="0"/>
            <a:chExt cx="642515" cy="726565"/>
          </a:xfrm>
        </p:grpSpPr>
        <p:pic>
          <p:nvPicPr>
            <p:cNvPr id="6" name="pasted-image.pdf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7" name="Shape 224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algn="ctr" defTabSz="177886">
                <a:defRPr/>
              </a:pPr>
              <a:r>
                <a:rPr sz="346" kern="0" dirty="0"/>
                <a:t>®</a:t>
              </a:r>
            </a:p>
          </p:txBody>
        </p:sp>
      </p:grpSp>
      <p:sp>
        <p:nvSpPr>
          <p:cNvPr id="11" name="Shape 226"/>
          <p:cNvSpPr/>
          <p:nvPr userDrawn="1"/>
        </p:nvSpPr>
        <p:spPr>
          <a:xfrm>
            <a:off x="10663925" y="6466959"/>
            <a:ext cx="1150254" cy="186849"/>
          </a:xfrm>
          <a:prstGeom prst="rect">
            <a:avLst/>
          </a:prstGeom>
          <a:ln w="12700">
            <a:miter lim="400000"/>
          </a:ln>
        </p:spPr>
        <p:txBody>
          <a:bodyPr wrap="none" lIns="16321" tIns="16321" rIns="16321" bIns="16321" anchor="ctr">
            <a:spAutoFit/>
          </a:bodyPr>
          <a:lstStyle/>
          <a:p>
            <a:pPr algn="r" defTabSz="177886"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500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CALIDAD SOCIAL</a:t>
            </a:r>
            <a:r>
              <a:rPr sz="500" b="1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sz="500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Y SANITARIA</a:t>
            </a:r>
          </a:p>
          <a:p>
            <a:pPr algn="r" defTabSz="177886"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500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© 201</a:t>
            </a:r>
            <a:r>
              <a:rPr lang="es-ES" sz="500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9</a:t>
            </a:r>
            <a:endParaRPr sz="500" kern="0" spc="50" baseline="0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5835531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lu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sted-image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4" y="93711"/>
            <a:ext cx="10904537" cy="602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Shape 394"/>
          <p:cNvSpPr>
            <a:spLocks noChangeArrowheads="1"/>
          </p:cNvSpPr>
          <p:nvPr/>
        </p:nvSpPr>
        <p:spPr bwMode="auto">
          <a:xfrm>
            <a:off x="0" y="6269038"/>
            <a:ext cx="12192000" cy="5969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16321" tIns="16321" rIns="16321" bIns="16321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algn="ctr" defTabSz="177886">
              <a:defRPr/>
            </a:pPr>
            <a:endParaRPr lang="es-ES" altLang="es-ES" sz="2285" kern="0">
              <a:solidFill>
                <a:srgbClr val="FFFFFF"/>
              </a:solidFill>
              <a:sym typeface="Helvetica Light"/>
            </a:endParaRPr>
          </a:p>
        </p:txBody>
      </p:sp>
      <p:pic>
        <p:nvPicPr>
          <p:cNvPr id="4" name="pasted-image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91" y="6492923"/>
            <a:ext cx="3043237" cy="12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5" name="Group 399"/>
          <p:cNvGrpSpPr>
            <a:grpSpLocks/>
          </p:cNvGrpSpPr>
          <p:nvPr/>
        </p:nvGrpSpPr>
        <p:grpSpPr bwMode="auto">
          <a:xfrm>
            <a:off x="381001" y="6316711"/>
            <a:ext cx="320675" cy="363537"/>
            <a:chOff x="0" y="0"/>
            <a:chExt cx="642515" cy="726565"/>
          </a:xfrm>
        </p:grpSpPr>
        <p:pic>
          <p:nvPicPr>
            <p:cNvPr id="6" name="pasted-image.pdf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7950"/>
              <a:ext cx="367271" cy="57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7" name="Shape 398"/>
            <p:cNvSpPr/>
            <p:nvPr/>
          </p:nvSpPr>
          <p:spPr>
            <a:xfrm>
              <a:off x="276728" y="0"/>
              <a:ext cx="365787" cy="4727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lIns="71437" tIns="71437" rIns="71437" bIns="71437" anchor="ctr"/>
            <a:lstStyle>
              <a:lvl1pPr>
                <a:defRPr sz="1600">
                  <a:solidFill>
                    <a:srgbClr val="000000"/>
                  </a:solidFill>
                  <a:latin typeface="Museo 300 Regular"/>
                  <a:ea typeface="Museo 300 Regular"/>
                  <a:cs typeface="Museo 300 Regular"/>
                  <a:sym typeface="Museo 300 Regular"/>
                </a:defRPr>
              </a:lvl1pPr>
            </a:lstStyle>
            <a:p>
              <a:pPr algn="ctr" defTabSz="177886">
                <a:defRPr/>
              </a:pPr>
              <a:r>
                <a:rPr sz="346" kern="0" dirty="0"/>
                <a:t>®</a:t>
              </a:r>
            </a:p>
          </p:txBody>
        </p:sp>
      </p:grpSp>
      <p:sp>
        <p:nvSpPr>
          <p:cNvPr id="11" name="Shape 226"/>
          <p:cNvSpPr/>
          <p:nvPr userDrawn="1"/>
        </p:nvSpPr>
        <p:spPr>
          <a:xfrm>
            <a:off x="10663925" y="6466959"/>
            <a:ext cx="1150254" cy="186849"/>
          </a:xfrm>
          <a:prstGeom prst="rect">
            <a:avLst/>
          </a:prstGeom>
          <a:ln w="12700">
            <a:miter lim="400000"/>
          </a:ln>
        </p:spPr>
        <p:txBody>
          <a:bodyPr wrap="none" lIns="16321" tIns="16321" rIns="16321" bIns="16321" anchor="ctr">
            <a:spAutoFit/>
          </a:bodyPr>
          <a:lstStyle/>
          <a:p>
            <a:pPr algn="r" defTabSz="177886"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500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CALIDAD SOCIAL</a:t>
            </a:r>
            <a:r>
              <a:rPr sz="500" b="1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</a:t>
            </a:r>
            <a:r>
              <a:rPr sz="500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Y SANITARIA</a:t>
            </a:r>
          </a:p>
          <a:p>
            <a:pPr algn="r" defTabSz="177886">
              <a:defRPr sz="2000" spc="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500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© 201</a:t>
            </a:r>
            <a:r>
              <a:rPr lang="es-ES" sz="500" kern="0" spc="50" baseline="0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9</a:t>
            </a:r>
            <a:endParaRPr sz="500" kern="0" spc="50" baseline="0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7032412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87"/>
          <p:cNvSpPr>
            <a:spLocks noChangeArrowheads="1"/>
          </p:cNvSpPr>
          <p:nvPr/>
        </p:nvSpPr>
        <p:spPr bwMode="auto">
          <a:xfrm>
            <a:off x="396881" y="385763"/>
            <a:ext cx="11398251" cy="5524500"/>
          </a:xfrm>
          <a:prstGeom prst="rect">
            <a:avLst/>
          </a:prstGeom>
          <a:solidFill>
            <a:srgbClr val="F3F3F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16321" tIns="16321" rIns="16321" bIns="16321" anchor="ctr"/>
          <a:lstStyle>
            <a:lvl1pPr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 Light"/>
                <a:ea typeface="Helvetica Light"/>
                <a:cs typeface="Helvetica Light"/>
              </a:defRPr>
            </a:lvl9pPr>
          </a:lstStyle>
          <a:p>
            <a:pPr algn="ctr" defTabSz="177886">
              <a:defRPr/>
            </a:pPr>
            <a:endParaRPr lang="es-ES" altLang="es-ES" sz="2285" kern="0">
              <a:solidFill>
                <a:srgbClr val="7FCDFF"/>
              </a:solidFill>
              <a:sym typeface="Helvetica Light"/>
            </a:endParaRPr>
          </a:p>
        </p:txBody>
      </p:sp>
      <p:pic>
        <p:nvPicPr>
          <p:cNvPr id="7" name="pasted-image.pd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4" y="2286000"/>
            <a:ext cx="3683001" cy="22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5347012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6AD7A8-7724-44CC-9EED-C65242BA95D9}" type="datetimeFigureOut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10/07/2026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80114" y="6540502"/>
            <a:ext cx="254878" cy="20646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7AE6CA-AC0A-47F5-94F6-583F5D3D2CE5}" type="slidenum">
              <a:rPr kumimoji="0" lang="en-GB" altLang="es-ES_tradnl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altLang="es-ES_tradnl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36013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_Main 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5224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2"/>
          <p:cNvSpPr>
            <a:spLocks noGrp="1"/>
          </p:cNvSpPr>
          <p:nvPr>
            <p:ph type="title"/>
          </p:nvPr>
        </p:nvSpPr>
        <p:spPr bwMode="auto">
          <a:xfrm>
            <a:off x="889000" y="1149350"/>
            <a:ext cx="1041400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>
                <a:sym typeface="Helvetica Light"/>
              </a:rPr>
              <a:t>Texto del título</a:t>
            </a:r>
          </a:p>
        </p:txBody>
      </p:sp>
      <p:sp>
        <p:nvSpPr>
          <p:cNvPr id="1027" name="Shape 3"/>
          <p:cNvSpPr>
            <a:spLocks noGrp="1"/>
          </p:cNvSpPr>
          <p:nvPr>
            <p:ph type="body" idx="1"/>
          </p:nvPr>
        </p:nvSpPr>
        <p:spPr bwMode="auto">
          <a:xfrm>
            <a:off x="889000" y="3536950"/>
            <a:ext cx="1041400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>
                <a:sym typeface="Helvetica Light"/>
              </a:rPr>
              <a:t>Nivel de texto 1</a:t>
            </a:r>
          </a:p>
          <a:p>
            <a:pPr lvl="1"/>
            <a:r>
              <a:rPr lang="es-ES" altLang="es-ES">
                <a:sym typeface="Helvetica Light"/>
              </a:rPr>
              <a:t>Nivel de texto 2</a:t>
            </a:r>
          </a:p>
          <a:p>
            <a:pPr lvl="2"/>
            <a:r>
              <a:rPr lang="es-ES" altLang="es-ES">
                <a:sym typeface="Helvetica Light"/>
              </a:rPr>
              <a:t>Nivel de texto 3</a:t>
            </a:r>
          </a:p>
          <a:p>
            <a:pPr lvl="3"/>
            <a:r>
              <a:rPr lang="es-ES" altLang="es-ES">
                <a:sym typeface="Helvetica Light"/>
              </a:rPr>
              <a:t>Nivel de texto 4</a:t>
            </a:r>
          </a:p>
          <a:p>
            <a:pPr lvl="4"/>
            <a:r>
              <a:rPr lang="es-ES" altLang="es-ES">
                <a:sym typeface="Helvetica Light"/>
              </a:rPr>
              <a:t>Nivel de texto 5</a:t>
            </a:r>
          </a:p>
        </p:txBody>
      </p:sp>
    </p:spTree>
    <p:extLst>
      <p:ext uri="{BB962C8B-B14F-4D97-AF65-F5344CB8AC3E}">
        <p14:creationId xmlns:p14="http://schemas.microsoft.com/office/powerpoint/2010/main" val="39682779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ransition spd="med"/>
  <p:txStyles>
    <p:titleStyle>
      <a:lvl1pPr algn="ctr" defTabSz="412750" rtl="0" eaLnBrk="1" fontAlgn="base" hangingPunct="1">
        <a:spcBef>
          <a:spcPct val="0"/>
        </a:spcBef>
        <a:spcAft>
          <a:spcPct val="0"/>
        </a:spcAft>
        <a:defRPr sz="56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1pPr>
      <a:lvl2pPr algn="ctr" defTabSz="412750" rtl="0" eaLnBrk="1" fontAlgn="base" hangingPunct="1">
        <a:spcBef>
          <a:spcPct val="0"/>
        </a:spcBef>
        <a:spcAft>
          <a:spcPct val="0"/>
        </a:spcAft>
        <a:defRPr sz="56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2pPr>
      <a:lvl3pPr algn="ctr" defTabSz="412750" rtl="0" eaLnBrk="1" fontAlgn="base" hangingPunct="1">
        <a:spcBef>
          <a:spcPct val="0"/>
        </a:spcBef>
        <a:spcAft>
          <a:spcPct val="0"/>
        </a:spcAft>
        <a:defRPr sz="56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3pPr>
      <a:lvl4pPr algn="ctr" defTabSz="412750" rtl="0" eaLnBrk="1" fontAlgn="base" hangingPunct="1">
        <a:spcBef>
          <a:spcPct val="0"/>
        </a:spcBef>
        <a:spcAft>
          <a:spcPct val="0"/>
        </a:spcAft>
        <a:defRPr sz="56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4pPr>
      <a:lvl5pPr algn="ctr" defTabSz="412750" rtl="0" eaLnBrk="1" fontAlgn="base" hangingPunct="1">
        <a:spcBef>
          <a:spcPct val="0"/>
        </a:spcBef>
        <a:spcAft>
          <a:spcPct val="0"/>
        </a:spcAft>
        <a:defRPr sz="56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5pPr>
      <a:lvl6pPr marL="0" marR="0" indent="5715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algn="ctr" defTabSz="412750" rtl="0" eaLnBrk="1" fontAlgn="base" hangingPunct="1">
        <a:spcBef>
          <a:spcPct val="0"/>
        </a:spcBef>
        <a:spcAft>
          <a:spcPct val="0"/>
        </a:spcAft>
        <a:defRPr sz="2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1pPr>
      <a:lvl2pPr indent="114300" algn="ctr" defTabSz="412750" rtl="0" eaLnBrk="1" fontAlgn="base" hangingPunct="1">
        <a:spcBef>
          <a:spcPct val="0"/>
        </a:spcBef>
        <a:spcAft>
          <a:spcPct val="0"/>
        </a:spcAft>
        <a:defRPr sz="2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2pPr>
      <a:lvl3pPr indent="228600" algn="ctr" defTabSz="412750" rtl="0" eaLnBrk="1" fontAlgn="base" hangingPunct="1">
        <a:spcBef>
          <a:spcPct val="0"/>
        </a:spcBef>
        <a:spcAft>
          <a:spcPct val="0"/>
        </a:spcAft>
        <a:defRPr sz="2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3pPr>
      <a:lvl4pPr indent="342900" algn="ctr" defTabSz="412750" rtl="0" eaLnBrk="1" fontAlgn="base" hangingPunct="1">
        <a:spcBef>
          <a:spcPct val="0"/>
        </a:spcBef>
        <a:spcAft>
          <a:spcPct val="0"/>
        </a:spcAft>
        <a:defRPr sz="2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4pPr>
      <a:lvl5pPr indent="457200" algn="ctr" defTabSz="412750" rtl="0" eaLnBrk="1" fontAlgn="base" hangingPunct="1">
        <a:spcBef>
          <a:spcPct val="0"/>
        </a:spcBef>
        <a:spcAft>
          <a:spcPct val="0"/>
        </a:spcAft>
        <a:defRPr sz="2200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5pPr>
      <a:lvl6pPr marL="0" marR="0" indent="5715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275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2"/>
          <p:cNvSpPr>
            <a:spLocks noGrp="1"/>
          </p:cNvSpPr>
          <p:nvPr>
            <p:ph type="title"/>
          </p:nvPr>
        </p:nvSpPr>
        <p:spPr bwMode="auto">
          <a:xfrm>
            <a:off x="889003" y="1149350"/>
            <a:ext cx="1041400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22352" tIns="22352" rIns="22352" bIns="22352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>
                <a:sym typeface="Helvetica Light"/>
              </a:rPr>
              <a:t>Texto del título</a:t>
            </a:r>
          </a:p>
        </p:txBody>
      </p:sp>
      <p:sp>
        <p:nvSpPr>
          <p:cNvPr id="1027" name="Shape 3"/>
          <p:cNvSpPr>
            <a:spLocks noGrp="1"/>
          </p:cNvSpPr>
          <p:nvPr>
            <p:ph type="body" idx="1"/>
          </p:nvPr>
        </p:nvSpPr>
        <p:spPr bwMode="auto">
          <a:xfrm>
            <a:off x="889003" y="3536950"/>
            <a:ext cx="1041400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22352" tIns="22352" rIns="22352" bIns="223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>
                <a:sym typeface="Helvetica Light"/>
              </a:rPr>
              <a:t>Nivel de texto 1</a:t>
            </a:r>
          </a:p>
          <a:p>
            <a:pPr lvl="1"/>
            <a:r>
              <a:rPr lang="es-ES" altLang="es-ES">
                <a:sym typeface="Helvetica Light"/>
              </a:rPr>
              <a:t>Nivel de texto 2</a:t>
            </a:r>
          </a:p>
          <a:p>
            <a:pPr lvl="2"/>
            <a:r>
              <a:rPr lang="es-ES" altLang="es-ES">
                <a:sym typeface="Helvetica Light"/>
              </a:rPr>
              <a:t>Nivel de texto 3</a:t>
            </a:r>
          </a:p>
          <a:p>
            <a:pPr lvl="3"/>
            <a:r>
              <a:rPr lang="es-ES" altLang="es-ES">
                <a:sym typeface="Helvetica Light"/>
              </a:rPr>
              <a:t>Nivel de texto 4</a:t>
            </a:r>
          </a:p>
          <a:p>
            <a:pPr lvl="4"/>
            <a:r>
              <a:rPr lang="es-ES" altLang="es-ES">
                <a:sym typeface="Helvetica Light"/>
              </a:rPr>
              <a:t>Nivel de texto 5</a:t>
            </a:r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0" r="79339"/>
          <a:stretch/>
        </p:blipFill>
        <p:spPr>
          <a:xfrm>
            <a:off x="11856640" y="6453336"/>
            <a:ext cx="239551" cy="30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707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</p:sldLayoutIdLst>
  <p:transition spd="med"/>
  <p:txStyles>
    <p:titleStyle>
      <a:lvl1pPr algn="ctr" defTabSz="188520" rtl="0" eaLnBrk="1" fontAlgn="base" hangingPunct="1">
        <a:spcBef>
          <a:spcPct val="0"/>
        </a:spcBef>
        <a:spcAft>
          <a:spcPct val="0"/>
        </a:spcAft>
        <a:defRPr sz="2562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1pPr>
      <a:lvl2pPr algn="ctr" defTabSz="188520" rtl="0" eaLnBrk="1" fontAlgn="base" hangingPunct="1">
        <a:spcBef>
          <a:spcPct val="0"/>
        </a:spcBef>
        <a:spcAft>
          <a:spcPct val="0"/>
        </a:spcAft>
        <a:defRPr sz="2562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2pPr>
      <a:lvl3pPr algn="ctr" defTabSz="188520" rtl="0" eaLnBrk="1" fontAlgn="base" hangingPunct="1">
        <a:spcBef>
          <a:spcPct val="0"/>
        </a:spcBef>
        <a:spcAft>
          <a:spcPct val="0"/>
        </a:spcAft>
        <a:defRPr sz="2562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3pPr>
      <a:lvl4pPr algn="ctr" defTabSz="188520" rtl="0" eaLnBrk="1" fontAlgn="base" hangingPunct="1">
        <a:spcBef>
          <a:spcPct val="0"/>
        </a:spcBef>
        <a:spcAft>
          <a:spcPct val="0"/>
        </a:spcAft>
        <a:defRPr sz="2562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4pPr>
      <a:lvl5pPr algn="ctr" defTabSz="188520" rtl="0" eaLnBrk="1" fontAlgn="base" hangingPunct="1">
        <a:spcBef>
          <a:spcPct val="0"/>
        </a:spcBef>
        <a:spcAft>
          <a:spcPct val="0"/>
        </a:spcAft>
        <a:defRPr sz="2562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5pPr>
      <a:lvl6pPr marL="0" marR="0" indent="261023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62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313221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62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365432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62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417636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62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algn="ctr" defTabSz="188520" rtl="0" eaLnBrk="1" fontAlgn="base" hangingPunct="1">
        <a:spcBef>
          <a:spcPct val="0"/>
        </a:spcBef>
        <a:spcAft>
          <a:spcPct val="0"/>
        </a:spcAft>
        <a:defRPr sz="1038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1pPr>
      <a:lvl2pPr indent="52201" algn="ctr" defTabSz="188520" rtl="0" eaLnBrk="1" fontAlgn="base" hangingPunct="1">
        <a:spcBef>
          <a:spcPct val="0"/>
        </a:spcBef>
        <a:spcAft>
          <a:spcPct val="0"/>
        </a:spcAft>
        <a:defRPr sz="1038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2pPr>
      <a:lvl3pPr indent="104403" algn="ctr" defTabSz="188520" rtl="0" eaLnBrk="1" fontAlgn="base" hangingPunct="1">
        <a:spcBef>
          <a:spcPct val="0"/>
        </a:spcBef>
        <a:spcAft>
          <a:spcPct val="0"/>
        </a:spcAft>
        <a:defRPr sz="1038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3pPr>
      <a:lvl4pPr indent="156604" algn="ctr" defTabSz="188520" rtl="0" eaLnBrk="1" fontAlgn="base" hangingPunct="1">
        <a:spcBef>
          <a:spcPct val="0"/>
        </a:spcBef>
        <a:spcAft>
          <a:spcPct val="0"/>
        </a:spcAft>
        <a:defRPr sz="1038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4pPr>
      <a:lvl5pPr indent="208814" algn="ctr" defTabSz="188520" rtl="0" eaLnBrk="1" fontAlgn="base" hangingPunct="1">
        <a:spcBef>
          <a:spcPct val="0"/>
        </a:spcBef>
        <a:spcAft>
          <a:spcPct val="0"/>
        </a:spcAft>
        <a:defRPr sz="1038">
          <a:solidFill>
            <a:srgbClr val="FFFFFF"/>
          </a:solidFill>
          <a:latin typeface="+mn-lt"/>
          <a:ea typeface="+mn-ea"/>
          <a:cs typeface="+mn-cs"/>
          <a:sym typeface="Helvetica Light"/>
        </a:defRPr>
      </a:lvl5pPr>
      <a:lvl6pPr marL="0" marR="0" indent="261023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38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313221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38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365432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38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417636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38" b="0" i="0" u="none" strike="noStrike" cap="none" spc="0" baseline="0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4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52201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4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04403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4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156604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4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208814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4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261023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4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313221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4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365432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4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417636" algn="ctr" defTabSz="18852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4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" y="0"/>
            <a:ext cx="6984776" cy="6841232"/>
          </a:xfrm>
          <a:prstGeom prst="rect">
            <a:avLst/>
          </a:prstGeom>
        </p:spPr>
      </p:pic>
      <p:sp>
        <p:nvSpPr>
          <p:cNvPr id="5" name="2 CuadroTexto"/>
          <p:cNvSpPr txBox="1"/>
          <p:nvPr/>
        </p:nvSpPr>
        <p:spPr>
          <a:xfrm>
            <a:off x="7493085" y="2797497"/>
            <a:ext cx="4694183" cy="1661993"/>
          </a:xfrm>
          <a:prstGeom prst="rect">
            <a:avLst/>
          </a:prstGeom>
          <a:solidFill>
            <a:schemeClr val="tx1">
              <a:alpha val="78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ova" panose="020B0504020202020204" pitchFamily="34" charset="0"/>
              </a:rPr>
              <a:t>CRITERIOS NECPAL PROGRAMA DE CUIDADOS PALIATIVOS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ova" panose="020B050402020202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18" r="5174" b="60858"/>
          <a:stretch/>
        </p:blipFill>
        <p:spPr>
          <a:xfrm rot="5400000">
            <a:off x="6985933" y="2959732"/>
            <a:ext cx="703511" cy="23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9381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5 Rectángulo"/>
          <p:cNvSpPr/>
          <p:nvPr/>
        </p:nvSpPr>
        <p:spPr>
          <a:xfrm>
            <a:off x="1050485" y="1739911"/>
            <a:ext cx="1014739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CC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altLang="es-E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Herramienta de cribado poblacional.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CC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altLang="es-E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Identifica pacientes con necesidades paliativas.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CC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altLang="es-E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Establecer un primer listado de necesidades.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CC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altLang="es-E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Atención paliativa precoz.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CC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altLang="es-E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NECPAL 3.0 vs. 4.0 (2021) aproximación pronóstica.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CC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altLang="es-E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Esta siendo validada para otros países: Brasil, estudios en Argentina y Colombia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CC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altLang="es-E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Rectangle 70"/>
          <p:cNvSpPr>
            <a:spLocks noChangeArrowheads="1"/>
          </p:cNvSpPr>
          <p:nvPr/>
        </p:nvSpPr>
        <p:spPr bwMode="auto">
          <a:xfrm>
            <a:off x="335360" y="322537"/>
            <a:ext cx="11665296" cy="590531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rgbClr val="00A6AC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NECPAL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200" b="0" i="0" u="none" strike="noStrike" kern="0" cap="none" spc="0" normalizeH="0" baseline="0" noProof="0" dirty="0">
              <a:ln>
                <a:noFill/>
              </a:ln>
              <a:solidFill>
                <a:srgbClr val="00A6AC">
                  <a:lumMod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900712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0"/>
          <p:cNvSpPr>
            <a:spLocks noChangeArrowheads="1"/>
          </p:cNvSpPr>
          <p:nvPr/>
        </p:nvSpPr>
        <p:spPr bwMode="auto">
          <a:xfrm>
            <a:off x="1046642" y="3028065"/>
            <a:ext cx="2643367" cy="67325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rgbClr val="00A6AC">
                    <a:lumMod val="75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NECPAL 4.0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3200" b="0" i="0" u="none" strike="noStrike" kern="0" cap="none" spc="0" normalizeH="0" baseline="0" noProof="0" dirty="0">
              <a:ln>
                <a:noFill/>
              </a:ln>
              <a:solidFill>
                <a:srgbClr val="00A6AC">
                  <a:lumMod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+mn-cs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009" y="674952"/>
            <a:ext cx="8042490" cy="5379484"/>
          </a:xfrm>
          <a:prstGeom prst="rect">
            <a:avLst/>
          </a:prstGeom>
        </p:spPr>
      </p:pic>
      <p:sp>
        <p:nvSpPr>
          <p:cNvPr id="2" name="Signo de multiplicación 1">
            <a:extLst>
              <a:ext uri="{FF2B5EF4-FFF2-40B4-BE49-F238E27FC236}">
                <a16:creationId xmlns:a16="http://schemas.microsoft.com/office/drawing/2014/main" id="{8132FFF5-FB5B-FF42-C7CD-7FB2D9240539}"/>
              </a:ext>
            </a:extLst>
          </p:cNvPr>
          <p:cNvSpPr/>
          <p:nvPr/>
        </p:nvSpPr>
        <p:spPr>
          <a:xfrm>
            <a:off x="8328248" y="803564"/>
            <a:ext cx="576064" cy="432048"/>
          </a:xfrm>
          <a:prstGeom prst="mathMultiply">
            <a:avLst/>
          </a:prstGeom>
          <a:solidFill>
            <a:srgbClr val="FF0000"/>
          </a:solidFill>
          <a:ln w="127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Helvetica Light"/>
            </a:endParaRPr>
          </a:p>
        </p:txBody>
      </p:sp>
      <p:sp>
        <p:nvSpPr>
          <p:cNvPr id="3" name="Flecha: hacia abajo 2">
            <a:extLst>
              <a:ext uri="{FF2B5EF4-FFF2-40B4-BE49-F238E27FC236}">
                <a16:creationId xmlns:a16="http://schemas.microsoft.com/office/drawing/2014/main" id="{E7DF6C39-D0E9-B699-593B-B327AB8BEE7F}"/>
              </a:ext>
            </a:extLst>
          </p:cNvPr>
          <p:cNvSpPr/>
          <p:nvPr/>
        </p:nvSpPr>
        <p:spPr>
          <a:xfrm>
            <a:off x="7104112" y="1700808"/>
            <a:ext cx="207226" cy="360040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 w="12700" cap="flat">
            <a:solidFill>
              <a:schemeClr val="accent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3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Helvetica Ligh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DA3829C-0883-5B06-830A-A91B3BE97B68}"/>
              </a:ext>
            </a:extLst>
          </p:cNvPr>
          <p:cNvSpPr txBox="1"/>
          <p:nvPr/>
        </p:nvSpPr>
        <p:spPr>
          <a:xfrm>
            <a:off x="6802044" y="1670357"/>
            <a:ext cx="504056" cy="3904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lvl="0" indent="0" algn="ctr" defTabSz="584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1" i="0" u="none" strike="noStrike" kern="1200" cap="none" spc="0" normalizeH="0" baseline="0" noProof="0" dirty="0">
                <a:ln>
                  <a:noFill/>
                </a:ln>
                <a:solidFill>
                  <a:srgbClr val="0065C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Helvetica Light"/>
              </a:rPr>
              <a:t>SI</a:t>
            </a:r>
          </a:p>
        </p:txBody>
      </p:sp>
    </p:spTree>
    <p:extLst>
      <p:ext uri="{BB962C8B-B14F-4D97-AF65-F5344CB8AC3E}">
        <p14:creationId xmlns:p14="http://schemas.microsoft.com/office/powerpoint/2010/main" val="26918918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16633"/>
            <a:ext cx="6120680" cy="386685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344" y="404664"/>
            <a:ext cx="5785330" cy="365755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51" y="4062216"/>
            <a:ext cx="6178391" cy="190219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681" y="5348064"/>
            <a:ext cx="5904656" cy="87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5513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21_General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ción1" id="{A24CBD0A-92EE-4480-882A-75CBF061A656}" vid="{7648BA4E-4B45-4AC5-BC62-77DBC143C732}"/>
    </a:ext>
  </a:extLst>
</a:theme>
</file>

<file path=ppt/theme/theme2.xml><?xml version="1.0" encoding="utf-8"?>
<a:theme xmlns:a="http://schemas.openxmlformats.org/drawingml/2006/main" name="6_General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ción1" id="{A24CBD0A-92EE-4480-882A-75CBF061A656}" vid="{7648BA4E-4B45-4AC5-BC62-77DBC143C732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</Words>
  <Application>Microsoft Office PowerPoint</Application>
  <PresentationFormat>Panorámica</PresentationFormat>
  <Paragraphs>12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12" baseType="lpstr">
      <vt:lpstr>Aptos</vt:lpstr>
      <vt:lpstr>Arial</vt:lpstr>
      <vt:lpstr>Arial Nova</vt:lpstr>
      <vt:lpstr>Calibri</vt:lpstr>
      <vt:lpstr>Helvetica Light</vt:lpstr>
      <vt:lpstr>Museo 300 Regular</vt:lpstr>
      <vt:lpstr>21_General</vt:lpstr>
      <vt:lpstr>6_General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Carolina Gómez García</dc:creator>
  <cp:lastModifiedBy>Ana Carolina Gómez García</cp:lastModifiedBy>
  <cp:revision>1</cp:revision>
  <dcterms:created xsi:type="dcterms:W3CDTF">2026-07-10T14:09:37Z</dcterms:created>
  <dcterms:modified xsi:type="dcterms:W3CDTF">2026-07-10T14:10:47Z</dcterms:modified>
</cp:coreProperties>
</file>